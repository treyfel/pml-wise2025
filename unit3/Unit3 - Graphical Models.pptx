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7"/>
  </p:notesMasterIdLst>
  <p:handoutMasterIdLst>
    <p:handoutMasterId r:id="rId28"/>
  </p:handoutMasterIdLst>
  <p:sldIdLst>
    <p:sldId id="271" r:id="rId2"/>
    <p:sldId id="303" r:id="rId3"/>
    <p:sldId id="437" r:id="rId4"/>
    <p:sldId id="434" r:id="rId5"/>
    <p:sldId id="454" r:id="rId6"/>
    <p:sldId id="439" r:id="rId7"/>
    <p:sldId id="438" r:id="rId8"/>
    <p:sldId id="436" r:id="rId9"/>
    <p:sldId id="447" r:id="rId10"/>
    <p:sldId id="449" r:id="rId11"/>
    <p:sldId id="450" r:id="rId12"/>
    <p:sldId id="451" r:id="rId13"/>
    <p:sldId id="452" r:id="rId14"/>
    <p:sldId id="440" r:id="rId15"/>
    <p:sldId id="441" r:id="rId16"/>
    <p:sldId id="442" r:id="rId17"/>
    <p:sldId id="448" r:id="rId18"/>
    <p:sldId id="453" r:id="rId19"/>
    <p:sldId id="455" r:id="rId20"/>
    <p:sldId id="456" r:id="rId21"/>
    <p:sldId id="457" r:id="rId22"/>
    <p:sldId id="458" r:id="rId23"/>
    <p:sldId id="459" r:id="rId24"/>
    <p:sldId id="336" r:id="rId25"/>
    <p:sldId id="304" r:id="rId26"/>
  </p:sldIdLst>
  <p:sldSz cx="9144000" cy="5143500" type="screen16x9"/>
  <p:notesSz cx="7099300" cy="10234613"/>
  <p:custDataLst>
    <p:tags r:id="rId29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781">
          <p15:clr>
            <a:srgbClr val="A4A3A4"/>
          </p15:clr>
        </p15:guide>
        <p15:guide id="2" orient="horz" pos="3140">
          <p15:clr>
            <a:srgbClr val="A4A3A4"/>
          </p15:clr>
        </p15:guide>
        <p15:guide id="3" orient="horz" pos="3026">
          <p15:clr>
            <a:srgbClr val="A4A3A4"/>
          </p15:clr>
        </p15:guide>
        <p15:guide id="4" orient="horz" pos="667">
          <p15:clr>
            <a:srgbClr val="A4A3A4"/>
          </p15:clr>
        </p15:guide>
        <p15:guide id="5" orient="horz" pos="1847">
          <p15:clr>
            <a:srgbClr val="A4A3A4"/>
          </p15:clr>
        </p15:guide>
        <p15:guide id="6" orient="horz" pos="1960">
          <p15:clr>
            <a:srgbClr val="A4A3A4"/>
          </p15:clr>
        </p15:guide>
        <p15:guide id="7" pos="113">
          <p15:clr>
            <a:srgbClr val="A4A3A4"/>
          </p15:clr>
        </p15:guide>
        <p15:guide id="8" pos="226">
          <p15:clr>
            <a:srgbClr val="A4A3A4"/>
          </p15:clr>
        </p15:guide>
        <p15:guide id="9" pos="4558">
          <p15:clr>
            <a:srgbClr val="A4A3A4"/>
          </p15:clr>
        </p15:guide>
        <p15:guide id="10" pos="2450">
          <p15:clr>
            <a:srgbClr val="A4A3A4"/>
          </p15:clr>
        </p15:guide>
        <p15:guide id="11" pos="3561">
          <p15:clr>
            <a:srgbClr val="A4A3A4"/>
          </p15:clr>
        </p15:guide>
        <p15:guide id="12" pos="4672">
          <p15:clr>
            <a:srgbClr val="A4A3A4"/>
          </p15:clr>
        </p15:guide>
        <p15:guide id="13" pos="2336">
          <p15:clr>
            <a:srgbClr val="A4A3A4"/>
          </p15:clr>
        </p15:guide>
        <p15:guide id="14" pos="1225">
          <p15:clr>
            <a:srgbClr val="A4A3A4"/>
          </p15:clr>
        </p15:guide>
        <p15:guide id="15" pos="3447">
          <p15:clr>
            <a:srgbClr val="A4A3A4"/>
          </p15:clr>
        </p15:guide>
        <p15:guide id="16" pos="1339">
          <p15:clr>
            <a:srgbClr val="A4A3A4"/>
          </p15:clr>
        </p15:guide>
        <p15:guide id="17" pos="5646">
          <p15:clr>
            <a:srgbClr val="A4A3A4"/>
          </p15:clr>
        </p15:guide>
        <p15:guide id="18" pos="5647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676">
          <p15:clr>
            <a:srgbClr val="A4A3A4"/>
          </p15:clr>
        </p15:guide>
        <p15:guide id="2" orient="horz" pos="2540">
          <p15:clr>
            <a:srgbClr val="A4A3A4"/>
          </p15:clr>
        </p15:guide>
        <p15:guide id="3" orient="horz" pos="2812">
          <p15:clr>
            <a:srgbClr val="A4A3A4"/>
          </p15:clr>
        </p15:guide>
        <p15:guide id="4" orient="horz" pos="431">
          <p15:clr>
            <a:srgbClr val="A4A3A4"/>
          </p15:clr>
        </p15:guide>
        <p15:guide id="5" orient="horz" pos="5284">
          <p15:clr>
            <a:srgbClr val="A4A3A4"/>
          </p15:clr>
        </p15:guide>
        <p15:guide id="6" orient="horz" pos="567">
          <p15:clr>
            <a:srgbClr val="A4A3A4"/>
          </p15:clr>
        </p15:guide>
        <p15:guide id="7" pos="550">
          <p15:clr>
            <a:srgbClr val="A4A3A4"/>
          </p15:clr>
        </p15:guide>
        <p15:guide id="8" pos="4065">
          <p15:clr>
            <a:srgbClr val="A4A3A4"/>
          </p15:clr>
        </p15:guide>
        <p15:guide id="9" orient="horz" pos="2995">
          <p15:clr>
            <a:srgbClr val="A4A3A4"/>
          </p15:clr>
        </p15:guide>
        <p15:guide id="10" orient="horz" pos="2843">
          <p15:clr>
            <a:srgbClr val="A4A3A4"/>
          </p15:clr>
        </p15:guide>
        <p15:guide id="11" orient="horz" pos="3147">
          <p15:clr>
            <a:srgbClr val="A4A3A4"/>
          </p15:clr>
        </p15:guide>
        <p15:guide id="12" orient="horz" pos="482">
          <p15:clr>
            <a:srgbClr val="A4A3A4"/>
          </p15:clr>
        </p15:guide>
        <p15:guide id="13" orient="horz" pos="5914">
          <p15:clr>
            <a:srgbClr val="A4A3A4"/>
          </p15:clr>
        </p15:guide>
        <p15:guide id="14" orient="horz" pos="635">
          <p15:clr>
            <a:srgbClr val="A4A3A4"/>
          </p15:clr>
        </p15:guide>
        <p15:guide id="15" pos="569">
          <p15:clr>
            <a:srgbClr val="A4A3A4"/>
          </p15:clr>
        </p15:guide>
        <p15:guide id="16" pos="4208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00000"/>
    <a:srgbClr val="B1063A"/>
    <a:srgbClr val="00B050"/>
    <a:srgbClr val="0070C0"/>
    <a:srgbClr val="FFFF00"/>
    <a:srgbClr val="000000"/>
    <a:srgbClr val="FBFCFC"/>
    <a:srgbClr val="FCFCFC"/>
    <a:srgbClr val="FCFCFD"/>
    <a:srgbClr val="FCFDF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924"/>
    <p:restoredTop sz="94020"/>
  </p:normalViewPr>
  <p:slideViewPr>
    <p:cSldViewPr snapToObjects="1" showGuides="1">
      <p:cViewPr varScale="1">
        <p:scale>
          <a:sx n="220" d="100"/>
          <a:sy n="220" d="100"/>
        </p:scale>
        <p:origin x="184" y="280"/>
      </p:cViewPr>
      <p:guideLst>
        <p:guide orient="horz" pos="781"/>
        <p:guide orient="horz" pos="3140"/>
        <p:guide orient="horz" pos="3026"/>
        <p:guide orient="horz" pos="667"/>
        <p:guide orient="horz" pos="1847"/>
        <p:guide orient="horz" pos="1960"/>
        <p:guide pos="113"/>
        <p:guide pos="226"/>
        <p:guide pos="4558"/>
        <p:guide pos="2450"/>
        <p:guide pos="3561"/>
        <p:guide pos="4672"/>
        <p:guide pos="2336"/>
        <p:guide pos="1225"/>
        <p:guide pos="3447"/>
        <p:guide pos="1339"/>
        <p:guide pos="5646"/>
        <p:guide pos="5647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Objects="1" showGuides="1">
      <p:cViewPr varScale="1">
        <p:scale>
          <a:sx n="63" d="100"/>
          <a:sy n="63" d="100"/>
        </p:scale>
        <p:origin x="-3115" y="-67"/>
      </p:cViewPr>
      <p:guideLst>
        <p:guide orient="horz" pos="2676"/>
        <p:guide orient="horz" pos="2540"/>
        <p:guide orient="horz" pos="2812"/>
        <p:guide orient="horz" pos="431"/>
        <p:guide orient="horz" pos="5284"/>
        <p:guide orient="horz" pos="567"/>
        <p:guide pos="550"/>
        <p:guide pos="4065"/>
        <p:guide orient="horz" pos="2995"/>
        <p:guide orient="horz" pos="2843"/>
        <p:guide orient="horz" pos="3147"/>
        <p:guide orient="horz" pos="482"/>
        <p:guide orient="horz" pos="5914"/>
        <p:guide orient="horz" pos="635"/>
        <p:guide pos="569"/>
        <p:guide pos="4208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gs" Target="tags/tag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 Placeholder 1"/>
          <p:cNvSpPr>
            <a:spLocks noGrp="1"/>
          </p:cNvSpPr>
          <p:nvPr>
            <p:ph type="hdr" sz="quarter"/>
          </p:nvPr>
        </p:nvSpPr>
        <p:spPr bwMode="gray">
          <a:xfrm>
            <a:off x="906755" y="523309"/>
            <a:ext cx="5773228" cy="230003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200" b="1">
                <a:solidFill>
                  <a:schemeClr val="accent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1" name="Date Placeholder 2"/>
          <p:cNvSpPr>
            <a:spLocks noGrp="1"/>
          </p:cNvSpPr>
          <p:nvPr>
            <p:ph type="dt" idx="1"/>
          </p:nvPr>
        </p:nvSpPr>
        <p:spPr bwMode="gray">
          <a:xfrm>
            <a:off x="3586922" y="9370999"/>
            <a:ext cx="909303" cy="326839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100"/>
            </a:lvl1pPr>
          </a:lstStyle>
          <a:p>
            <a:fld id="{AA592FF2-A4BD-4E98-AC76-A10007E04C10}" type="datetimeFigureOut">
              <a:rPr lang="en-US" smtClean="0"/>
              <a:pPr/>
              <a:t>10/20/25</a:t>
            </a:fld>
            <a:endParaRPr lang="en-US" dirty="0"/>
          </a:p>
        </p:txBody>
      </p:sp>
      <p:sp>
        <p:nvSpPr>
          <p:cNvPr id="12" name="Footer Placeholder 5"/>
          <p:cNvSpPr>
            <a:spLocks noGrp="1"/>
          </p:cNvSpPr>
          <p:nvPr>
            <p:ph type="ftr" sz="quarter" idx="2"/>
          </p:nvPr>
        </p:nvSpPr>
        <p:spPr bwMode="gray">
          <a:xfrm>
            <a:off x="906755" y="9370373"/>
            <a:ext cx="2680166" cy="327464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1100"/>
            </a:lvl1pPr>
          </a:lstStyle>
          <a:p>
            <a:endParaRPr lang="en-US" dirty="0"/>
          </a:p>
        </p:txBody>
      </p:sp>
      <p:sp>
        <p:nvSpPr>
          <p:cNvPr id="13" name="Slide Number Placeholder 6"/>
          <p:cNvSpPr>
            <a:spLocks noGrp="1"/>
          </p:cNvSpPr>
          <p:nvPr>
            <p:ph type="sldNum" sz="quarter" idx="3"/>
          </p:nvPr>
        </p:nvSpPr>
        <p:spPr bwMode="gray">
          <a:xfrm>
            <a:off x="4667775" y="9370373"/>
            <a:ext cx="2012469" cy="322387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100"/>
            </a:lvl1pPr>
          </a:lstStyle>
          <a:p>
            <a:r>
              <a:rPr lang="en-US" dirty="0"/>
              <a:t>Chart </a:t>
            </a:r>
            <a:fld id="{4CBF50E3-ED67-46F2-ABFC-A36EE1082CF7}" type="slidenum">
              <a:rPr lang="en-US" b="1" smtClean="0"/>
              <a:pPr/>
              <a:t>‹#›</a:t>
            </a:fld>
            <a:endParaRPr lang="en-US" b="1" dirty="0"/>
          </a:p>
        </p:txBody>
      </p:sp>
      <p:grpSp>
        <p:nvGrpSpPr>
          <p:cNvPr id="14" name="Group 13"/>
          <p:cNvGrpSpPr/>
          <p:nvPr/>
        </p:nvGrpSpPr>
        <p:grpSpPr bwMode="gray">
          <a:xfrm>
            <a:off x="-122552" y="-94811"/>
            <a:ext cx="7324733" cy="10465843"/>
            <a:chOff x="-118387" y="-84708"/>
            <a:chExt cx="7075771" cy="9350590"/>
          </a:xfrm>
        </p:grpSpPr>
        <p:grpSp>
          <p:nvGrpSpPr>
            <p:cNvPr id="15" name="Group 14"/>
            <p:cNvGrpSpPr/>
            <p:nvPr/>
          </p:nvGrpSpPr>
          <p:grpSpPr bwMode="gray">
            <a:xfrm>
              <a:off x="-118387" y="679134"/>
              <a:ext cx="72000" cy="7699656"/>
              <a:chOff x="-141537" y="679134"/>
              <a:chExt cx="108000" cy="7699656"/>
            </a:xfrm>
          </p:grpSpPr>
          <p:cxnSp>
            <p:nvCxnSpPr>
              <p:cNvPr id="29" name="Straight Connector 28"/>
              <p:cNvCxnSpPr/>
              <p:nvPr/>
            </p:nvCxnSpPr>
            <p:spPr bwMode="gray">
              <a:xfrm>
                <a:off x="-141537" y="679134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/>
              <p:cNvCxnSpPr/>
              <p:nvPr/>
            </p:nvCxnSpPr>
            <p:spPr bwMode="gray">
              <a:xfrm>
                <a:off x="-141537" y="8985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Straight Connector 30"/>
              <p:cNvCxnSpPr/>
              <p:nvPr/>
            </p:nvCxnSpPr>
            <p:spPr bwMode="gray">
              <a:xfrm>
                <a:off x="-141537" y="4025838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/>
              <p:cNvCxnSpPr/>
              <p:nvPr/>
            </p:nvCxnSpPr>
            <p:spPr bwMode="gray">
              <a:xfrm>
                <a:off x="-141537" y="42513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/>
              <p:cNvCxnSpPr/>
              <p:nvPr/>
            </p:nvCxnSpPr>
            <p:spPr bwMode="gray">
              <a:xfrm>
                <a:off x="-141537" y="4456687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/>
              <p:cNvCxnSpPr/>
              <p:nvPr/>
            </p:nvCxnSpPr>
            <p:spPr bwMode="gray">
              <a:xfrm>
                <a:off x="-141537" y="83787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" name="Group 15"/>
            <p:cNvGrpSpPr/>
            <p:nvPr/>
          </p:nvGrpSpPr>
          <p:grpSpPr bwMode="gray">
            <a:xfrm>
              <a:off x="6885384" y="679134"/>
              <a:ext cx="72000" cy="7699656"/>
              <a:chOff x="-141537" y="679134"/>
              <a:chExt cx="108000" cy="7699656"/>
            </a:xfrm>
          </p:grpSpPr>
          <p:cxnSp>
            <p:nvCxnSpPr>
              <p:cNvPr id="23" name="Straight Connector 22"/>
              <p:cNvCxnSpPr/>
              <p:nvPr/>
            </p:nvCxnSpPr>
            <p:spPr bwMode="gray">
              <a:xfrm>
                <a:off x="-141537" y="679134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/>
              <p:cNvCxnSpPr/>
              <p:nvPr/>
            </p:nvCxnSpPr>
            <p:spPr bwMode="gray">
              <a:xfrm>
                <a:off x="-141537" y="8985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Connector 24"/>
              <p:cNvCxnSpPr/>
              <p:nvPr/>
            </p:nvCxnSpPr>
            <p:spPr bwMode="gray">
              <a:xfrm>
                <a:off x="-141537" y="4025838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/>
              <p:cNvCxnSpPr/>
              <p:nvPr/>
            </p:nvCxnSpPr>
            <p:spPr bwMode="gray">
              <a:xfrm>
                <a:off x="-141537" y="42513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/>
              <p:cNvCxnSpPr/>
              <p:nvPr/>
            </p:nvCxnSpPr>
            <p:spPr bwMode="gray">
              <a:xfrm>
                <a:off x="-141537" y="4456687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/>
              <p:cNvCxnSpPr/>
              <p:nvPr/>
            </p:nvCxnSpPr>
            <p:spPr bwMode="gray">
              <a:xfrm>
                <a:off x="-141537" y="83787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Group 16"/>
            <p:cNvGrpSpPr/>
            <p:nvPr/>
          </p:nvGrpSpPr>
          <p:grpSpPr bwMode="gray">
            <a:xfrm>
              <a:off x="867029" y="-84708"/>
              <a:ext cx="5583936" cy="72516"/>
              <a:chOff x="867029" y="-84708"/>
              <a:chExt cx="5583936" cy="72516"/>
            </a:xfrm>
          </p:grpSpPr>
          <p:cxnSp>
            <p:nvCxnSpPr>
              <p:cNvPr id="21" name="Straight Connector 20"/>
              <p:cNvCxnSpPr/>
              <p:nvPr/>
            </p:nvCxnSpPr>
            <p:spPr bwMode="gray">
              <a:xfrm>
                <a:off x="867029" y="-84708"/>
                <a:ext cx="0" cy="7251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/>
              <p:cNvCxnSpPr/>
              <p:nvPr/>
            </p:nvCxnSpPr>
            <p:spPr bwMode="gray">
              <a:xfrm>
                <a:off x="6450965" y="-84708"/>
                <a:ext cx="0" cy="7251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Group 17"/>
            <p:cNvGrpSpPr/>
            <p:nvPr/>
          </p:nvGrpSpPr>
          <p:grpSpPr bwMode="gray">
            <a:xfrm>
              <a:off x="867029" y="9193366"/>
              <a:ext cx="5583936" cy="72516"/>
              <a:chOff x="867029" y="-84708"/>
              <a:chExt cx="5583936" cy="72516"/>
            </a:xfrm>
          </p:grpSpPr>
          <p:cxnSp>
            <p:nvCxnSpPr>
              <p:cNvPr id="19" name="Straight Connector 18"/>
              <p:cNvCxnSpPr/>
              <p:nvPr/>
            </p:nvCxnSpPr>
            <p:spPr bwMode="gray">
              <a:xfrm>
                <a:off x="867029" y="-84708"/>
                <a:ext cx="0" cy="7251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/>
              <p:cNvCxnSpPr/>
              <p:nvPr/>
            </p:nvCxnSpPr>
            <p:spPr bwMode="gray">
              <a:xfrm>
                <a:off x="6450965" y="-84708"/>
                <a:ext cx="0" cy="7251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196152874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 bwMode="gray">
          <a:xfrm rot="-120000">
            <a:off x="736378" y="865511"/>
            <a:ext cx="6033360" cy="378250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9048" tIns="49524" rIns="99048" bIns="49524" rtlCol="0" anchor="ctr"/>
          <a:lstStyle/>
          <a:p>
            <a:pPr algn="ctr"/>
            <a:endParaRPr lang="en-US"/>
          </a:p>
        </p:txBody>
      </p:sp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 bwMode="gray">
          <a:xfrm>
            <a:off x="906755" y="523309"/>
            <a:ext cx="5773228" cy="230003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200" b="1">
                <a:solidFill>
                  <a:schemeClr val="accent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 bwMode="gray">
          <a:xfrm>
            <a:off x="3586922" y="9370999"/>
            <a:ext cx="909303" cy="326839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100"/>
            </a:lvl1pPr>
          </a:lstStyle>
          <a:p>
            <a:fld id="{AA592FF2-A4BD-4E98-AC76-A10007E04C10}" type="datetimeFigureOut">
              <a:rPr lang="en-US" smtClean="0"/>
              <a:pPr/>
              <a:t>10/20/25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 bwMode="gray">
          <a:xfrm>
            <a:off x="673100" y="990600"/>
            <a:ext cx="6240463" cy="3511550"/>
          </a:xfrm>
          <a:prstGeom prst="rect">
            <a:avLst/>
          </a:prstGeom>
          <a:noFill/>
          <a:ln w="12700">
            <a:noFill/>
          </a:ln>
        </p:spPr>
        <p:txBody>
          <a:bodyPr vert="horz" lIns="99048" tIns="49524" rIns="99048" bIns="49524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 bwMode="gray">
          <a:xfrm>
            <a:off x="903847" y="4978644"/>
            <a:ext cx="3592377" cy="4391729"/>
          </a:xfrm>
          <a:prstGeom prst="rect">
            <a:avLst/>
          </a:prstGeom>
        </p:spPr>
        <p:txBody>
          <a:bodyPr vert="horz" lIns="0" tIns="0" rIns="99048" bIns="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 bwMode="gray">
          <a:xfrm>
            <a:off x="906755" y="9370373"/>
            <a:ext cx="2680166" cy="327464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11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 bwMode="gray">
          <a:xfrm>
            <a:off x="4667775" y="9370373"/>
            <a:ext cx="2012469" cy="322387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100"/>
            </a:lvl1pPr>
          </a:lstStyle>
          <a:p>
            <a:r>
              <a:rPr lang="en-US" dirty="0"/>
              <a:t>Chart </a:t>
            </a:r>
            <a:fld id="{4CBF50E3-ED67-46F2-ABFC-A36EE1082CF7}" type="slidenum">
              <a:rPr lang="en-US" b="1" smtClean="0"/>
              <a:pPr/>
              <a:t>‹#›</a:t>
            </a:fld>
            <a:endParaRPr lang="en-US" b="1" dirty="0"/>
          </a:p>
        </p:txBody>
      </p:sp>
      <p:cxnSp>
        <p:nvCxnSpPr>
          <p:cNvPr id="11" name="Straight Connector 10"/>
          <p:cNvCxnSpPr/>
          <p:nvPr/>
        </p:nvCxnSpPr>
        <p:spPr bwMode="gray">
          <a:xfrm>
            <a:off x="4667775" y="5527610"/>
            <a:ext cx="2012210" cy="0"/>
          </a:xfrm>
          <a:prstGeom prst="line">
            <a:avLst/>
          </a:prstGeom>
          <a:ln>
            <a:solidFill>
              <a:schemeClr val="accent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 bwMode="gray">
          <a:xfrm>
            <a:off x="4667775" y="6076576"/>
            <a:ext cx="2012210" cy="0"/>
          </a:xfrm>
          <a:prstGeom prst="line">
            <a:avLst/>
          </a:prstGeom>
          <a:ln>
            <a:solidFill>
              <a:schemeClr val="accent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/>
          <p:cNvCxnSpPr/>
          <p:nvPr/>
        </p:nvCxnSpPr>
        <p:spPr bwMode="gray">
          <a:xfrm>
            <a:off x="4667775" y="6625543"/>
            <a:ext cx="2012210" cy="0"/>
          </a:xfrm>
          <a:prstGeom prst="line">
            <a:avLst/>
          </a:prstGeom>
          <a:ln>
            <a:solidFill>
              <a:schemeClr val="accent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 bwMode="gray">
          <a:xfrm>
            <a:off x="4667775" y="7174510"/>
            <a:ext cx="2012210" cy="0"/>
          </a:xfrm>
          <a:prstGeom prst="line">
            <a:avLst/>
          </a:prstGeom>
          <a:ln>
            <a:solidFill>
              <a:schemeClr val="accent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/>
          <p:cNvCxnSpPr/>
          <p:nvPr/>
        </p:nvCxnSpPr>
        <p:spPr bwMode="gray">
          <a:xfrm>
            <a:off x="4667775" y="7723476"/>
            <a:ext cx="2012210" cy="0"/>
          </a:xfrm>
          <a:prstGeom prst="line">
            <a:avLst/>
          </a:prstGeom>
          <a:ln>
            <a:solidFill>
              <a:schemeClr val="accent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/>
          <p:cNvCxnSpPr/>
          <p:nvPr/>
        </p:nvCxnSpPr>
        <p:spPr bwMode="gray">
          <a:xfrm>
            <a:off x="4667775" y="8272443"/>
            <a:ext cx="2012210" cy="0"/>
          </a:xfrm>
          <a:prstGeom prst="line">
            <a:avLst/>
          </a:prstGeom>
          <a:ln>
            <a:solidFill>
              <a:schemeClr val="accent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 bwMode="gray">
          <a:xfrm>
            <a:off x="4667775" y="8821409"/>
            <a:ext cx="2012210" cy="0"/>
          </a:xfrm>
          <a:prstGeom prst="line">
            <a:avLst/>
          </a:prstGeom>
          <a:ln>
            <a:solidFill>
              <a:schemeClr val="accent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 bwMode="gray">
          <a:xfrm>
            <a:off x="4667775" y="9370372"/>
            <a:ext cx="2012210" cy="0"/>
          </a:xfrm>
          <a:prstGeom prst="line">
            <a:avLst/>
          </a:prstGeom>
          <a:ln>
            <a:solidFill>
              <a:schemeClr val="accent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 bwMode="gray">
          <a:xfrm>
            <a:off x="0" y="990942"/>
            <a:ext cx="47328" cy="352223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9048" tIns="49524" rIns="99048" bIns="49524" rtlCol="0" anchor="ctr"/>
          <a:lstStyle/>
          <a:p>
            <a:pPr algn="ctr"/>
            <a:endParaRPr lang="en-US"/>
          </a:p>
        </p:txBody>
      </p:sp>
      <p:sp>
        <p:nvSpPr>
          <p:cNvPr id="41" name="Rectangle 40"/>
          <p:cNvSpPr/>
          <p:nvPr/>
        </p:nvSpPr>
        <p:spPr bwMode="gray">
          <a:xfrm>
            <a:off x="0" y="4513180"/>
            <a:ext cx="47328" cy="487565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9048" tIns="49524" rIns="99048" bIns="49524" rtlCol="0" anchor="ctr"/>
          <a:lstStyle/>
          <a:p>
            <a:pPr algn="ctr"/>
            <a:endParaRPr lang="en-US"/>
          </a:p>
        </p:txBody>
      </p:sp>
      <p:grpSp>
        <p:nvGrpSpPr>
          <p:cNvPr id="72" name="Group 71"/>
          <p:cNvGrpSpPr/>
          <p:nvPr/>
        </p:nvGrpSpPr>
        <p:grpSpPr>
          <a:xfrm>
            <a:off x="-122552" y="-94811"/>
            <a:ext cx="7324733" cy="10465843"/>
            <a:chOff x="-118387" y="-84708"/>
            <a:chExt cx="7075771" cy="9350590"/>
          </a:xfrm>
        </p:grpSpPr>
        <p:grpSp>
          <p:nvGrpSpPr>
            <p:cNvPr id="57" name="Group 56"/>
            <p:cNvGrpSpPr/>
            <p:nvPr/>
          </p:nvGrpSpPr>
          <p:grpSpPr>
            <a:xfrm>
              <a:off x="-118387" y="679134"/>
              <a:ext cx="72000" cy="7699656"/>
              <a:chOff x="-141537" y="679134"/>
              <a:chExt cx="108000" cy="7699656"/>
            </a:xfrm>
          </p:grpSpPr>
          <p:cxnSp>
            <p:nvCxnSpPr>
              <p:cNvPr id="50" name="Straight Connector 49"/>
              <p:cNvCxnSpPr/>
              <p:nvPr/>
            </p:nvCxnSpPr>
            <p:spPr bwMode="gray">
              <a:xfrm>
                <a:off x="-141537" y="679134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Straight Connector 50"/>
              <p:cNvCxnSpPr/>
              <p:nvPr/>
            </p:nvCxnSpPr>
            <p:spPr bwMode="gray">
              <a:xfrm>
                <a:off x="-141537" y="8985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Straight Connector 51"/>
              <p:cNvCxnSpPr/>
              <p:nvPr/>
            </p:nvCxnSpPr>
            <p:spPr bwMode="gray">
              <a:xfrm>
                <a:off x="-141537" y="4025838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Straight Connector 52"/>
              <p:cNvCxnSpPr/>
              <p:nvPr/>
            </p:nvCxnSpPr>
            <p:spPr bwMode="gray">
              <a:xfrm>
                <a:off x="-141537" y="42513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Straight Connector 53"/>
              <p:cNvCxnSpPr/>
              <p:nvPr/>
            </p:nvCxnSpPr>
            <p:spPr bwMode="gray">
              <a:xfrm>
                <a:off x="-141537" y="4456687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Straight Connector 55"/>
              <p:cNvCxnSpPr/>
              <p:nvPr/>
            </p:nvCxnSpPr>
            <p:spPr bwMode="gray">
              <a:xfrm>
                <a:off x="-141537" y="83787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8" name="Group 57"/>
            <p:cNvGrpSpPr/>
            <p:nvPr/>
          </p:nvGrpSpPr>
          <p:grpSpPr>
            <a:xfrm>
              <a:off x="6885384" y="679134"/>
              <a:ext cx="72000" cy="7699656"/>
              <a:chOff x="-141537" y="679134"/>
              <a:chExt cx="108000" cy="7699656"/>
            </a:xfrm>
          </p:grpSpPr>
          <p:cxnSp>
            <p:nvCxnSpPr>
              <p:cNvPr id="59" name="Straight Connector 58"/>
              <p:cNvCxnSpPr/>
              <p:nvPr/>
            </p:nvCxnSpPr>
            <p:spPr bwMode="gray">
              <a:xfrm>
                <a:off x="-141537" y="679134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Straight Connector 59"/>
              <p:cNvCxnSpPr/>
              <p:nvPr/>
            </p:nvCxnSpPr>
            <p:spPr bwMode="gray">
              <a:xfrm>
                <a:off x="-141537" y="8985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/>
              <p:cNvCxnSpPr/>
              <p:nvPr/>
            </p:nvCxnSpPr>
            <p:spPr bwMode="gray">
              <a:xfrm>
                <a:off x="-141537" y="4025838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Straight Connector 61"/>
              <p:cNvCxnSpPr/>
              <p:nvPr/>
            </p:nvCxnSpPr>
            <p:spPr bwMode="gray">
              <a:xfrm>
                <a:off x="-141537" y="42513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3" name="Straight Connector 62"/>
              <p:cNvCxnSpPr/>
              <p:nvPr/>
            </p:nvCxnSpPr>
            <p:spPr bwMode="gray">
              <a:xfrm>
                <a:off x="-141537" y="4456687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/>
              <p:cNvCxnSpPr/>
              <p:nvPr/>
            </p:nvCxnSpPr>
            <p:spPr bwMode="gray">
              <a:xfrm>
                <a:off x="-141537" y="83787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8" name="Group 67"/>
            <p:cNvGrpSpPr/>
            <p:nvPr/>
          </p:nvGrpSpPr>
          <p:grpSpPr>
            <a:xfrm>
              <a:off x="867029" y="-84708"/>
              <a:ext cx="5583936" cy="72516"/>
              <a:chOff x="867029" y="-84708"/>
              <a:chExt cx="5583936" cy="72516"/>
            </a:xfrm>
          </p:grpSpPr>
          <p:cxnSp>
            <p:nvCxnSpPr>
              <p:cNvPr id="66" name="Straight Connector 65"/>
              <p:cNvCxnSpPr/>
              <p:nvPr/>
            </p:nvCxnSpPr>
            <p:spPr bwMode="gray">
              <a:xfrm>
                <a:off x="867029" y="-84708"/>
                <a:ext cx="0" cy="7251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Straight Connector 66"/>
              <p:cNvCxnSpPr/>
              <p:nvPr/>
            </p:nvCxnSpPr>
            <p:spPr bwMode="gray">
              <a:xfrm>
                <a:off x="6450965" y="-84708"/>
                <a:ext cx="0" cy="7251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9" name="Group 68"/>
            <p:cNvGrpSpPr/>
            <p:nvPr/>
          </p:nvGrpSpPr>
          <p:grpSpPr>
            <a:xfrm>
              <a:off x="867029" y="9193366"/>
              <a:ext cx="5583936" cy="72516"/>
              <a:chOff x="867029" y="-84708"/>
              <a:chExt cx="5583936" cy="72516"/>
            </a:xfrm>
          </p:grpSpPr>
          <p:cxnSp>
            <p:nvCxnSpPr>
              <p:cNvPr id="70" name="Straight Connector 69"/>
              <p:cNvCxnSpPr/>
              <p:nvPr/>
            </p:nvCxnSpPr>
            <p:spPr bwMode="gray">
              <a:xfrm>
                <a:off x="867029" y="-84708"/>
                <a:ext cx="0" cy="7251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/>
              <p:cNvCxnSpPr/>
              <p:nvPr/>
            </p:nvCxnSpPr>
            <p:spPr bwMode="gray">
              <a:xfrm>
                <a:off x="6450965" y="-84708"/>
                <a:ext cx="0" cy="7251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99254716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indent="0" algn="l" defTabSz="914400" rtl="0" eaLnBrk="1" latinLnBrk="0" hangingPunct="1">
      <a:spcBef>
        <a:spcPts val="200"/>
      </a:spcBef>
      <a:spcAft>
        <a:spcPts val="200"/>
      </a:spcAft>
      <a:defRPr sz="1050" kern="1200">
        <a:solidFill>
          <a:schemeClr val="tx1"/>
        </a:solidFill>
        <a:latin typeface="+mn-lt"/>
        <a:ea typeface="+mn-ea"/>
        <a:cs typeface="+mn-cs"/>
      </a:defRPr>
    </a:lvl1pPr>
    <a:lvl2pPr marL="171450" indent="-171450" algn="l" defTabSz="914400" rtl="0" eaLnBrk="1" latinLnBrk="0" hangingPunct="1">
      <a:spcBef>
        <a:spcPts val="200"/>
      </a:spcBef>
      <a:spcAft>
        <a:spcPts val="200"/>
      </a:spcAft>
      <a:buClr>
        <a:schemeClr val="accent1"/>
      </a:buClr>
      <a:buSzPct val="80000"/>
      <a:buFont typeface="Arial" panose="020B0604020202020204" pitchFamily="34" charset="0"/>
      <a:buChar char="■"/>
      <a:defRPr sz="1050" kern="1200">
        <a:solidFill>
          <a:schemeClr val="tx1"/>
        </a:solidFill>
        <a:latin typeface="+mn-lt"/>
        <a:ea typeface="+mn-ea"/>
        <a:cs typeface="+mn-cs"/>
      </a:defRPr>
    </a:lvl2pPr>
    <a:lvl3pPr marL="360363" indent="-179388" algn="l" defTabSz="914400" rtl="0" eaLnBrk="1" latinLnBrk="0" hangingPunct="1">
      <a:spcBef>
        <a:spcPts val="200"/>
      </a:spcBef>
      <a:spcAft>
        <a:spcPts val="200"/>
      </a:spcAft>
      <a:buClr>
        <a:schemeClr val="accent1"/>
      </a:buClr>
      <a:buSzPct val="80000"/>
      <a:buFont typeface="Arial" panose="020B0604020202020204" pitchFamily="34" charset="0"/>
      <a:buChar char="□"/>
      <a:defRPr sz="1050" kern="1200">
        <a:solidFill>
          <a:schemeClr val="tx1"/>
        </a:solidFill>
        <a:latin typeface="+mn-lt"/>
        <a:ea typeface="+mn-ea"/>
        <a:cs typeface="+mn-cs"/>
      </a:defRPr>
    </a:lvl3pPr>
    <a:lvl4pPr marL="541338" indent="-180975" algn="l" defTabSz="914400" rtl="0" eaLnBrk="1" latinLnBrk="0" hangingPunct="1">
      <a:spcBef>
        <a:spcPts val="200"/>
      </a:spcBef>
      <a:spcAft>
        <a:spcPts val="200"/>
      </a:spcAft>
      <a:buClr>
        <a:schemeClr val="accent1"/>
      </a:buClr>
      <a:buSzPct val="80000"/>
      <a:buFont typeface="Arial" panose="020B0604020202020204" pitchFamily="34" charset="0"/>
      <a:buChar char="–"/>
      <a:defRPr sz="1050" kern="1200">
        <a:solidFill>
          <a:schemeClr val="tx1"/>
        </a:solidFill>
        <a:latin typeface="+mn-lt"/>
        <a:ea typeface="+mn-ea"/>
        <a:cs typeface="+mn-cs"/>
      </a:defRPr>
    </a:lvl4pPr>
    <a:lvl5pPr marL="266700" indent="-266700" algn="l" defTabSz="914400" rtl="0" eaLnBrk="1" latinLnBrk="0" hangingPunct="1">
      <a:spcBef>
        <a:spcPts val="200"/>
      </a:spcBef>
      <a:spcAft>
        <a:spcPts val="200"/>
      </a:spcAft>
      <a:buClr>
        <a:schemeClr val="accent1"/>
      </a:buClr>
      <a:buSzPct val="80000"/>
      <a:buFont typeface="+mj-lt"/>
      <a:buAutoNum type="arabicPeriod"/>
      <a:defRPr sz="1050" kern="1200">
        <a:solidFill>
          <a:schemeClr val="tx1"/>
        </a:solidFill>
        <a:latin typeface="+mn-lt"/>
        <a:ea typeface="+mn-ea"/>
        <a:cs typeface="+mn-cs"/>
      </a:defRPr>
    </a:lvl5pPr>
    <a:lvl6pPr marL="449263" indent="-185738" algn="l" defTabSz="914400" rtl="0" eaLnBrk="1" latinLnBrk="0" hangingPunct="1">
      <a:spcBef>
        <a:spcPts val="200"/>
      </a:spcBef>
      <a:spcAft>
        <a:spcPts val="200"/>
      </a:spcAft>
      <a:buClr>
        <a:schemeClr val="accent1"/>
      </a:buClr>
      <a:buSzPct val="80000"/>
      <a:buFont typeface="+mj-lt"/>
      <a:buAutoNum type="alphaLcParenR"/>
      <a:defRPr sz="1050" kern="1200">
        <a:solidFill>
          <a:schemeClr val="tx1"/>
        </a:solidFill>
        <a:latin typeface="+mn-lt"/>
        <a:ea typeface="+mn-ea"/>
        <a:cs typeface="+mn-cs"/>
      </a:defRPr>
    </a:lvl6pPr>
    <a:lvl7pPr marL="0" indent="0" algn="l" defTabSz="914400" rtl="0" eaLnBrk="1" latinLnBrk="0" hangingPunct="1">
      <a:spcBef>
        <a:spcPts val="200"/>
      </a:spcBef>
      <a:spcAft>
        <a:spcPts val="200"/>
      </a:spcAft>
      <a:buClr>
        <a:schemeClr val="accent1"/>
      </a:buClr>
      <a:buSzPct val="80000"/>
      <a:buFont typeface="Arial" panose="020B0604020202020204" pitchFamily="34" charset="0"/>
      <a:buNone/>
      <a:defRPr sz="1400" kern="1200" cap="all" baseline="0">
        <a:solidFill>
          <a:schemeClr val="accent1"/>
        </a:solidFill>
        <a:latin typeface="+mn-lt"/>
        <a:ea typeface="+mn-ea"/>
        <a:cs typeface="+mn-cs"/>
      </a:defRPr>
    </a:lvl7pPr>
    <a:lvl8pPr marL="0" indent="0" algn="l" defTabSz="914400" rtl="0" eaLnBrk="1" latinLnBrk="0" hangingPunct="1">
      <a:spcBef>
        <a:spcPts val="200"/>
      </a:spcBef>
      <a:spcAft>
        <a:spcPts val="200"/>
      </a:spcAft>
      <a:defRPr sz="1400" b="0" kern="1200" cap="all" baseline="0">
        <a:solidFill>
          <a:schemeClr val="accent1"/>
        </a:solidFill>
        <a:latin typeface="+mn-lt"/>
        <a:ea typeface="+mn-ea"/>
        <a:cs typeface="+mn-cs"/>
      </a:defRPr>
    </a:lvl8pPr>
    <a:lvl9pPr marL="0" indent="0" algn="l" defTabSz="914400" rtl="0" eaLnBrk="1" latinLnBrk="0" hangingPunct="1">
      <a:spcBef>
        <a:spcPts val="200"/>
      </a:spcBef>
      <a:spcAft>
        <a:spcPts val="200"/>
      </a:spcAft>
      <a:defRPr sz="1400" b="0" kern="1200" cap="all" baseline="0">
        <a:solidFill>
          <a:schemeClr val="accent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Image Placeholder 7"/>
          <p:cNvSpPr>
            <a:spLocks noGrp="1" noRot="1" noChangeAspect="1"/>
          </p:cNvSpPr>
          <p:nvPr>
            <p:ph type="sldImg"/>
          </p:nvPr>
        </p:nvSpPr>
        <p:spPr bwMode="gray">
          <a:xfrm>
            <a:off x="674688" y="992188"/>
            <a:ext cx="6237287" cy="3509962"/>
          </a:xfrm>
        </p:spPr>
      </p:sp>
      <p:sp>
        <p:nvSpPr>
          <p:cNvPr id="9" name="Notes Placeholder 8"/>
          <p:cNvSpPr>
            <a:spLocks noGrp="1"/>
          </p:cNvSpPr>
          <p:nvPr>
            <p:ph type="body" idx="1"/>
          </p:nvPr>
        </p:nvSpPr>
        <p:spPr bwMode="gray"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1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87545630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Image Placeholder 7"/>
          <p:cNvSpPr>
            <a:spLocks noGrp="1" noRot="1" noChangeAspect="1"/>
          </p:cNvSpPr>
          <p:nvPr>
            <p:ph type="sldImg"/>
          </p:nvPr>
        </p:nvSpPr>
        <p:spPr bwMode="gray">
          <a:xfrm>
            <a:off x="674688" y="992188"/>
            <a:ext cx="6237287" cy="3509962"/>
          </a:xfrm>
        </p:spPr>
      </p:sp>
      <p:sp>
        <p:nvSpPr>
          <p:cNvPr id="9" name="Notes Placeholder 8"/>
          <p:cNvSpPr>
            <a:spLocks noGrp="1"/>
          </p:cNvSpPr>
          <p:nvPr>
            <p:ph type="body" idx="1"/>
          </p:nvPr>
        </p:nvSpPr>
        <p:spPr bwMode="gray"/>
        <p:txBody>
          <a:bodyPr/>
          <a:lstStyle/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2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0637701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68B916-340E-600D-C41D-A012968B54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Image Placeholder 7">
            <a:extLst>
              <a:ext uri="{FF2B5EF4-FFF2-40B4-BE49-F238E27FC236}">
                <a16:creationId xmlns:a16="http://schemas.microsoft.com/office/drawing/2014/main" id="{13D712F4-3681-553A-E4C5-0F7E0B0948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gray">
          <a:xfrm>
            <a:off x="674688" y="992188"/>
            <a:ext cx="6237287" cy="3509962"/>
          </a:xfrm>
        </p:spPr>
      </p:sp>
      <p:sp>
        <p:nvSpPr>
          <p:cNvPr id="9" name="Notes Placeholder 8">
            <a:extLst>
              <a:ext uri="{FF2B5EF4-FFF2-40B4-BE49-F238E27FC236}">
                <a16:creationId xmlns:a16="http://schemas.microsoft.com/office/drawing/2014/main" id="{0DD1060A-99BB-DD92-9A72-2F2C1716B13D}"/>
              </a:ext>
            </a:extLst>
          </p:cNvPr>
          <p:cNvSpPr>
            <a:spLocks noGrp="1"/>
          </p:cNvSpPr>
          <p:nvPr>
            <p:ph type="body" idx="1"/>
          </p:nvPr>
        </p:nvSpPr>
        <p:spPr bwMode="gray"/>
        <p:txBody>
          <a:bodyPr/>
          <a:lstStyle/>
          <a:p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1CDE9C7-1CDC-520B-3422-9629761BD3A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3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5821563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269299-27C5-14AA-A096-3A6DF72B0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B48BD0-4CB6-FA31-4835-34B6EB6F72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876300" y="885825"/>
            <a:ext cx="5576888" cy="31369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5EED61-8C43-EA3D-E3CC-2BC0076F20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x-non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6EB085-D36D-22F1-61C8-6F3A9AD9E4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5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68114040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1D5CC1-F6AA-1939-172A-F64D350053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Image Placeholder 7">
            <a:extLst>
              <a:ext uri="{FF2B5EF4-FFF2-40B4-BE49-F238E27FC236}">
                <a16:creationId xmlns:a16="http://schemas.microsoft.com/office/drawing/2014/main" id="{BBDDB8C9-D5C1-402B-1635-6CCA49BE0C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gray">
          <a:xfrm>
            <a:off x="674688" y="992188"/>
            <a:ext cx="6237287" cy="3509962"/>
          </a:xfrm>
        </p:spPr>
      </p:sp>
      <p:sp>
        <p:nvSpPr>
          <p:cNvPr id="9" name="Notes Placeholder 8">
            <a:extLst>
              <a:ext uri="{FF2B5EF4-FFF2-40B4-BE49-F238E27FC236}">
                <a16:creationId xmlns:a16="http://schemas.microsoft.com/office/drawing/2014/main" id="{1852AB30-DD8C-89DC-7360-64CA392A87DC}"/>
              </a:ext>
            </a:extLst>
          </p:cNvPr>
          <p:cNvSpPr>
            <a:spLocks noGrp="1"/>
          </p:cNvSpPr>
          <p:nvPr>
            <p:ph type="body" idx="1"/>
          </p:nvPr>
        </p:nvSpPr>
        <p:spPr bwMode="gray"/>
        <p:txBody>
          <a:bodyPr/>
          <a:lstStyle/>
          <a:p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351A85C8-EFEA-E767-B14D-818A1534300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7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8889496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876300" y="885825"/>
            <a:ext cx="5576888" cy="31369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x-non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10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09933478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6EF4DD-94A9-6D9A-3F51-C1954EBCD8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Image Placeholder 7">
            <a:extLst>
              <a:ext uri="{FF2B5EF4-FFF2-40B4-BE49-F238E27FC236}">
                <a16:creationId xmlns:a16="http://schemas.microsoft.com/office/drawing/2014/main" id="{6F59CC3A-C533-F29F-14A3-31E87531E5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gray">
          <a:xfrm>
            <a:off x="674688" y="992188"/>
            <a:ext cx="6237287" cy="3509962"/>
          </a:xfrm>
        </p:spPr>
      </p:sp>
      <p:sp>
        <p:nvSpPr>
          <p:cNvPr id="9" name="Notes Placeholder 8">
            <a:extLst>
              <a:ext uri="{FF2B5EF4-FFF2-40B4-BE49-F238E27FC236}">
                <a16:creationId xmlns:a16="http://schemas.microsoft.com/office/drawing/2014/main" id="{E7AE0BBD-6756-06CD-C61C-01AD45439CF8}"/>
              </a:ext>
            </a:extLst>
          </p:cNvPr>
          <p:cNvSpPr>
            <a:spLocks noGrp="1"/>
          </p:cNvSpPr>
          <p:nvPr>
            <p:ph type="body" idx="1"/>
          </p:nvPr>
        </p:nvSpPr>
        <p:spPr bwMode="gray"/>
        <p:txBody>
          <a:bodyPr/>
          <a:lstStyle/>
          <a:p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B435A60-6E0B-AB13-DD54-0EBC9ABD77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18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50564825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23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52977825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Image Placeholder 7"/>
          <p:cNvSpPr>
            <a:spLocks noGrp="1" noRot="1" noChangeAspect="1"/>
          </p:cNvSpPr>
          <p:nvPr>
            <p:ph type="sldImg"/>
          </p:nvPr>
        </p:nvSpPr>
        <p:spPr bwMode="gray">
          <a:xfrm>
            <a:off x="674688" y="992188"/>
            <a:ext cx="6237287" cy="3509962"/>
          </a:xfrm>
        </p:spPr>
      </p:sp>
      <p:sp>
        <p:nvSpPr>
          <p:cNvPr id="9" name="Notes Placeholder 8"/>
          <p:cNvSpPr>
            <a:spLocks noGrp="1"/>
          </p:cNvSpPr>
          <p:nvPr>
            <p:ph type="body" idx="1"/>
          </p:nvPr>
        </p:nvSpPr>
        <p:spPr bwMode="gray"/>
        <p:txBody>
          <a:bodyPr/>
          <a:lstStyle/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24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4685476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D4E7ADB-7DF0-CA7D-D844-49687372DED4}"/>
              </a:ext>
            </a:extLst>
          </p:cNvPr>
          <p:cNvSpPr/>
          <p:nvPr userDrawn="1"/>
        </p:nvSpPr>
        <p:spPr bwMode="gray">
          <a:xfrm>
            <a:off x="1588595" y="3610713"/>
            <a:ext cx="7380820" cy="116759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 userDrawn="1"/>
        </p:nvSpPr>
        <p:spPr bwMode="gray">
          <a:xfrm>
            <a:off x="107505" y="1"/>
            <a:ext cx="7380820" cy="116759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/>
          <p:cNvSpPr/>
          <p:nvPr userDrawn="1"/>
        </p:nvSpPr>
        <p:spPr bwMode="gray">
          <a:xfrm>
            <a:off x="179389" y="2932113"/>
            <a:ext cx="8601073" cy="205263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Picture Placeholder 23"/>
          <p:cNvSpPr>
            <a:spLocks noGrp="1"/>
          </p:cNvSpPr>
          <p:nvPr>
            <p:ph type="pic" sz="quarter" idx="10" hasCustomPrompt="1"/>
          </p:nvPr>
        </p:nvSpPr>
        <p:spPr bwMode="gray">
          <a:xfrm>
            <a:off x="358775" y="1058862"/>
            <a:ext cx="8605838" cy="3744913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 algn="ctr">
              <a:defRPr i="1"/>
            </a:lvl1pPr>
          </a:lstStyle>
          <a:p>
            <a:r>
              <a:rPr lang="en-US" noProof="0" dirty="0"/>
              <a:t>Insert picture by </a:t>
            </a:r>
            <a:br>
              <a:rPr lang="en-US" noProof="0" dirty="0"/>
            </a:br>
            <a:r>
              <a:rPr lang="en-US" noProof="0" dirty="0"/>
              <a:t>clicking the icon</a:t>
            </a:r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en-US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1" hasCustomPrompt="1"/>
          </p:nvPr>
        </p:nvSpPr>
        <p:spPr>
          <a:xfrm>
            <a:off x="179389" y="2926794"/>
            <a:ext cx="8601073" cy="2057956"/>
          </a:xfrm>
          <a:prstGeom prst="rect">
            <a:avLst/>
          </a:prstGeom>
          <a:solidFill>
            <a:schemeClr val="accent1">
              <a:alpha val="70000"/>
            </a:schemeClr>
          </a:solidFill>
        </p:spPr>
        <p:txBody>
          <a:bodyPr vert="horz" lIns="108000" tIns="252000" rIns="0" bIns="0" rtlCol="0" anchor="t" anchorCtr="0">
            <a:noAutofit/>
          </a:bodyPr>
          <a:lstStyle>
            <a:lvl1pPr>
              <a:defRPr lang="de-DE" sz="2000" baseline="0" dirty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>
              <a:spcBef>
                <a:spcPct val="0"/>
              </a:spcBef>
            </a:pPr>
            <a:r>
              <a:rPr lang="en-US" noProof="0"/>
              <a:t>   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 bwMode="gray">
          <a:xfrm>
            <a:off x="358773" y="2926794"/>
            <a:ext cx="8421689" cy="1031637"/>
          </a:xfrm>
          <a:noFill/>
        </p:spPr>
        <p:txBody>
          <a:bodyPr lIns="108000" tIns="0"/>
          <a:lstStyle>
            <a:lvl1pPr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  <a:br>
              <a:rPr lang="en-US" dirty="0"/>
            </a:br>
            <a:r>
              <a:rPr lang="en-US" dirty="0"/>
              <a:t>up to maximum 2 lines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 bwMode="gray">
          <a:xfrm>
            <a:off x="358773" y="3958431"/>
            <a:ext cx="8421689" cy="840025"/>
          </a:xfrm>
          <a:prstGeom prst="rect">
            <a:avLst/>
          </a:prstGeom>
        </p:spPr>
        <p:txBody>
          <a:bodyPr rIns="108000"/>
          <a:lstStyle>
            <a:lvl1pPr marL="0" indent="0" algn="r">
              <a:buNone/>
              <a:defRPr sz="1400"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Speaker</a:t>
            </a:r>
            <a:br>
              <a:rPr lang="en-US" dirty="0"/>
            </a:br>
            <a:r>
              <a:rPr lang="en-US" dirty="0"/>
              <a:t>Job Description</a:t>
            </a:r>
            <a:br>
              <a:rPr lang="en-US" dirty="0"/>
            </a:br>
            <a:r>
              <a:rPr lang="en-US" dirty="0"/>
              <a:t>Institute</a:t>
            </a:r>
          </a:p>
        </p:txBody>
      </p:sp>
    </p:spTree>
    <p:extLst>
      <p:ext uri="{BB962C8B-B14F-4D97-AF65-F5344CB8AC3E}">
        <p14:creationId xmlns:p14="http://schemas.microsoft.com/office/powerpoint/2010/main" val="1497928299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(without speake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79B42E9-6004-B682-9BB2-B6781818F1BD}"/>
              </a:ext>
            </a:extLst>
          </p:cNvPr>
          <p:cNvSpPr/>
          <p:nvPr userDrawn="1"/>
        </p:nvSpPr>
        <p:spPr bwMode="gray">
          <a:xfrm>
            <a:off x="1489336" y="3661334"/>
            <a:ext cx="7380820" cy="11315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14" name="Rectangle 13"/>
          <p:cNvSpPr/>
          <p:nvPr userDrawn="1"/>
        </p:nvSpPr>
        <p:spPr bwMode="gray">
          <a:xfrm>
            <a:off x="107505" y="1"/>
            <a:ext cx="7380820" cy="11315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1" name="Rectangle 20"/>
          <p:cNvSpPr/>
          <p:nvPr userDrawn="1"/>
        </p:nvSpPr>
        <p:spPr bwMode="gray">
          <a:xfrm>
            <a:off x="179389" y="3604262"/>
            <a:ext cx="8601075" cy="138048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4" name="Picture Placeholder 23"/>
          <p:cNvSpPr>
            <a:spLocks noGrp="1"/>
          </p:cNvSpPr>
          <p:nvPr>
            <p:ph type="pic" sz="quarter" idx="10" hasCustomPrompt="1"/>
          </p:nvPr>
        </p:nvSpPr>
        <p:spPr bwMode="gray">
          <a:xfrm>
            <a:off x="358775" y="1058863"/>
            <a:ext cx="8605838" cy="374015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 algn="ctr">
              <a:defRPr i="1"/>
            </a:lvl1pPr>
          </a:lstStyle>
          <a:p>
            <a:r>
              <a:rPr lang="en-US" noProof="0"/>
              <a:t>Insert picture by </a:t>
            </a:r>
            <a:br>
              <a:rPr lang="en-US" noProof="0"/>
            </a:br>
            <a:r>
              <a:rPr lang="en-US" noProof="0"/>
              <a:t>clicking the icon</a:t>
            </a:r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</p:txBody>
      </p:sp>
      <p:sp>
        <p:nvSpPr>
          <p:cNvPr id="15" name="Textplatzhalter 5"/>
          <p:cNvSpPr>
            <a:spLocks noGrp="1"/>
          </p:cNvSpPr>
          <p:nvPr>
            <p:ph type="body" sz="quarter" idx="11" hasCustomPrompt="1"/>
          </p:nvPr>
        </p:nvSpPr>
        <p:spPr>
          <a:xfrm>
            <a:off x="179389" y="3604260"/>
            <a:ext cx="8601073" cy="1380489"/>
          </a:xfrm>
          <a:prstGeom prst="rect">
            <a:avLst/>
          </a:prstGeom>
          <a:solidFill>
            <a:schemeClr val="accent1">
              <a:alpha val="70000"/>
            </a:schemeClr>
          </a:solidFill>
        </p:spPr>
        <p:txBody>
          <a:bodyPr vert="horz" lIns="108000" tIns="252000" rIns="0" bIns="0" rtlCol="0" anchor="t" anchorCtr="0">
            <a:noAutofit/>
          </a:bodyPr>
          <a:lstStyle>
            <a:lvl1pPr>
              <a:defRPr lang="de-DE" sz="2000" baseline="0" dirty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>
              <a:spcBef>
                <a:spcPct val="0"/>
              </a:spcBef>
            </a:pPr>
            <a:r>
              <a:rPr lang="en-US" noProof="0"/>
              <a:t>   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 bwMode="gray">
          <a:xfrm>
            <a:off x="358775" y="3604261"/>
            <a:ext cx="8421689" cy="1199516"/>
          </a:xfrm>
          <a:noFill/>
        </p:spPr>
        <p:txBody>
          <a:bodyPr lIns="108000" tIns="0"/>
          <a:lstStyle>
            <a:lvl1pPr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Presentation title</a:t>
            </a:r>
            <a:br>
              <a:rPr lang="en-US" noProof="0" dirty="0"/>
            </a:br>
            <a:r>
              <a:rPr lang="en-US" noProof="0" dirty="0"/>
              <a:t>up to maximum</a:t>
            </a:r>
            <a:br>
              <a:rPr lang="en-US" noProof="0" dirty="0"/>
            </a:br>
            <a:r>
              <a:rPr lang="en-US" noProof="0" dirty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314300643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ran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AAC0A0F-D572-A6E0-387E-345D272423FA}"/>
              </a:ext>
            </a:extLst>
          </p:cNvPr>
          <p:cNvSpPr/>
          <p:nvPr userDrawn="1"/>
        </p:nvSpPr>
        <p:spPr bwMode="gray">
          <a:xfrm>
            <a:off x="1489336" y="3661334"/>
            <a:ext cx="7380820" cy="11315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14" name="Rectangle 13"/>
          <p:cNvSpPr/>
          <p:nvPr userDrawn="1"/>
        </p:nvSpPr>
        <p:spPr bwMode="gray">
          <a:xfrm>
            <a:off x="107505" y="1"/>
            <a:ext cx="7380820" cy="11315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/>
          <p:cNvSpPr/>
          <p:nvPr userDrawn="1"/>
        </p:nvSpPr>
        <p:spPr bwMode="gray">
          <a:xfrm>
            <a:off x="179388" y="2932113"/>
            <a:ext cx="8601075" cy="20526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Picture Placeholder 23"/>
          <p:cNvSpPr>
            <a:spLocks noGrp="1"/>
          </p:cNvSpPr>
          <p:nvPr>
            <p:ph type="pic" sz="quarter" idx="10" hasCustomPrompt="1"/>
          </p:nvPr>
        </p:nvSpPr>
        <p:spPr bwMode="gray">
          <a:xfrm>
            <a:off x="358775" y="1058862"/>
            <a:ext cx="8605838" cy="3744913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 algn="ctr">
              <a:defRPr i="1"/>
            </a:lvl1pPr>
          </a:lstStyle>
          <a:p>
            <a:r>
              <a:rPr lang="en-US" noProof="0" dirty="0"/>
              <a:t>Insert picture by </a:t>
            </a:r>
            <a:br>
              <a:rPr lang="en-US" noProof="0" dirty="0"/>
            </a:br>
            <a:r>
              <a:rPr lang="en-US" noProof="0" dirty="0"/>
              <a:t>clicking the icon</a:t>
            </a:r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</p:txBody>
      </p:sp>
      <p:sp>
        <p:nvSpPr>
          <p:cNvPr id="16" name="Textplatzhalter 5"/>
          <p:cNvSpPr>
            <a:spLocks noGrp="1"/>
          </p:cNvSpPr>
          <p:nvPr>
            <p:ph type="body" sz="quarter" idx="11" hasCustomPrompt="1"/>
          </p:nvPr>
        </p:nvSpPr>
        <p:spPr>
          <a:xfrm>
            <a:off x="179389" y="2926794"/>
            <a:ext cx="8601073" cy="2057956"/>
          </a:xfrm>
          <a:prstGeom prst="rect">
            <a:avLst/>
          </a:prstGeom>
          <a:solidFill>
            <a:schemeClr val="accent2">
              <a:alpha val="70000"/>
            </a:schemeClr>
          </a:solidFill>
        </p:spPr>
        <p:txBody>
          <a:bodyPr vert="horz" lIns="108000" tIns="252000" rIns="0" bIns="0" rtlCol="0" anchor="t" anchorCtr="0">
            <a:noAutofit/>
          </a:bodyPr>
          <a:lstStyle>
            <a:lvl1pPr>
              <a:defRPr lang="de-DE" sz="2000" baseline="0" dirty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>
              <a:spcBef>
                <a:spcPct val="0"/>
              </a:spcBef>
            </a:pPr>
            <a:r>
              <a:rPr lang="de-DE" dirty="0"/>
              <a:t>   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 bwMode="gray">
          <a:xfrm>
            <a:off x="358775" y="2932114"/>
            <a:ext cx="8421689" cy="1026317"/>
          </a:xfrm>
          <a:noFill/>
        </p:spPr>
        <p:txBody>
          <a:bodyPr lIns="108000" tIns="0"/>
          <a:lstStyle>
            <a:lvl1pPr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  <a:br>
              <a:rPr lang="en-US" dirty="0"/>
            </a:br>
            <a:r>
              <a:rPr lang="en-US" dirty="0"/>
              <a:t>up to maximum 2 lines</a:t>
            </a:r>
          </a:p>
        </p:txBody>
      </p:sp>
      <p:sp>
        <p:nvSpPr>
          <p:cNvPr id="18" name="Subtitle 2"/>
          <p:cNvSpPr>
            <a:spLocks noGrp="1"/>
          </p:cNvSpPr>
          <p:nvPr>
            <p:ph type="subTitle" idx="1" hasCustomPrompt="1"/>
          </p:nvPr>
        </p:nvSpPr>
        <p:spPr bwMode="gray">
          <a:xfrm>
            <a:off x="358775" y="3958431"/>
            <a:ext cx="8421687" cy="840025"/>
          </a:xfrm>
          <a:prstGeom prst="rect">
            <a:avLst/>
          </a:prstGeom>
        </p:spPr>
        <p:txBody>
          <a:bodyPr rIns="108000"/>
          <a:lstStyle>
            <a:lvl1pPr marL="0" indent="0" algn="r">
              <a:buNone/>
              <a:defRPr sz="1400"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Speaker</a:t>
            </a:r>
            <a:br>
              <a:rPr lang="en-US" dirty="0"/>
            </a:br>
            <a:r>
              <a:rPr lang="en-US" dirty="0"/>
              <a:t>Job Description</a:t>
            </a:r>
            <a:br>
              <a:rPr lang="en-US" dirty="0"/>
            </a:br>
            <a:r>
              <a:rPr lang="en-US" dirty="0"/>
              <a:t>Institute</a:t>
            </a:r>
          </a:p>
        </p:txBody>
      </p:sp>
    </p:spTree>
    <p:extLst>
      <p:ext uri="{BB962C8B-B14F-4D97-AF65-F5344CB8AC3E}">
        <p14:creationId xmlns:p14="http://schemas.microsoft.com/office/powerpoint/2010/main" val="292368745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range (without speake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6FFFF40-1830-662B-0DF7-6359FB3CF885}"/>
              </a:ext>
            </a:extLst>
          </p:cNvPr>
          <p:cNvSpPr/>
          <p:nvPr userDrawn="1"/>
        </p:nvSpPr>
        <p:spPr bwMode="gray">
          <a:xfrm>
            <a:off x="1489336" y="3661334"/>
            <a:ext cx="7380820" cy="11315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14" name="Rectangle 13"/>
          <p:cNvSpPr/>
          <p:nvPr userDrawn="1"/>
        </p:nvSpPr>
        <p:spPr bwMode="gray">
          <a:xfrm>
            <a:off x="107505" y="1"/>
            <a:ext cx="7380820" cy="116759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1" name="Rectangle 20"/>
          <p:cNvSpPr/>
          <p:nvPr userDrawn="1"/>
        </p:nvSpPr>
        <p:spPr bwMode="gray">
          <a:xfrm>
            <a:off x="179388" y="3604262"/>
            <a:ext cx="8601075" cy="138048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4" name="Picture Placeholder 23"/>
          <p:cNvSpPr>
            <a:spLocks noGrp="1"/>
          </p:cNvSpPr>
          <p:nvPr>
            <p:ph type="pic" sz="quarter" idx="10" hasCustomPrompt="1"/>
          </p:nvPr>
        </p:nvSpPr>
        <p:spPr bwMode="gray">
          <a:xfrm>
            <a:off x="358775" y="1058863"/>
            <a:ext cx="8605838" cy="3744914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 algn="ctr">
              <a:defRPr i="1"/>
            </a:lvl1pPr>
          </a:lstStyle>
          <a:p>
            <a:r>
              <a:rPr lang="en-US" noProof="0"/>
              <a:t>Insert picture by </a:t>
            </a:r>
            <a:br>
              <a:rPr lang="en-US" noProof="0"/>
            </a:br>
            <a:r>
              <a:rPr lang="en-US" noProof="0"/>
              <a:t>clicking the icon</a:t>
            </a:r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</p:txBody>
      </p:sp>
      <p:sp>
        <p:nvSpPr>
          <p:cNvPr id="15" name="Textplatzhalter 5"/>
          <p:cNvSpPr>
            <a:spLocks noGrp="1"/>
          </p:cNvSpPr>
          <p:nvPr>
            <p:ph type="body" sz="quarter" idx="11" hasCustomPrompt="1"/>
          </p:nvPr>
        </p:nvSpPr>
        <p:spPr>
          <a:xfrm>
            <a:off x="179389" y="3604260"/>
            <a:ext cx="8601073" cy="1380489"/>
          </a:xfrm>
          <a:prstGeom prst="rect">
            <a:avLst/>
          </a:prstGeom>
          <a:solidFill>
            <a:schemeClr val="accent2">
              <a:alpha val="70000"/>
            </a:schemeClr>
          </a:solidFill>
        </p:spPr>
        <p:txBody>
          <a:bodyPr vert="horz" lIns="108000" tIns="252000" rIns="0" bIns="0" rtlCol="0" anchor="t" anchorCtr="0">
            <a:noAutofit/>
          </a:bodyPr>
          <a:lstStyle>
            <a:lvl1pPr>
              <a:defRPr lang="de-DE" sz="2000" baseline="0" dirty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>
              <a:spcBef>
                <a:spcPct val="0"/>
              </a:spcBef>
            </a:pPr>
            <a:r>
              <a:rPr lang="en-US" noProof="0"/>
              <a:t>   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 bwMode="gray">
          <a:xfrm>
            <a:off x="358775" y="3604261"/>
            <a:ext cx="8421689" cy="1199516"/>
          </a:xfrm>
          <a:noFill/>
        </p:spPr>
        <p:txBody>
          <a:bodyPr lIns="108000" tIns="0"/>
          <a:lstStyle>
            <a:lvl1pPr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Presentation title</a:t>
            </a:r>
            <a:br>
              <a:rPr lang="en-US" noProof="0" dirty="0"/>
            </a:br>
            <a:r>
              <a:rPr lang="en-US" noProof="0" dirty="0"/>
              <a:t>up to maximum</a:t>
            </a:r>
            <a:br>
              <a:rPr lang="en-US" noProof="0" dirty="0"/>
            </a:br>
            <a:r>
              <a:rPr lang="en-US" noProof="0" dirty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750457300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ver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 bwMode="gray">
          <a:xfrm>
            <a:off x="358775" y="1239838"/>
            <a:ext cx="6877050" cy="3563938"/>
          </a:xfrm>
          <a:prstGeom prst="rect">
            <a:avLst/>
          </a:prstGeom>
          <a:noFill/>
        </p:spPr>
        <p:txBody>
          <a:bodyPr lIns="0" tIns="72000" rIns="0" bIns="0"/>
          <a:lstStyle>
            <a:lvl1pPr marL="358775" indent="-358775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+mj-lt"/>
              <a:buAutoNum type="arabicPeriod"/>
              <a:defRPr sz="1400">
                <a:solidFill>
                  <a:schemeClr val="tx1"/>
                </a:solidFill>
              </a:defRPr>
            </a:lvl1pPr>
            <a:lvl2pPr marL="630000" indent="-270000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■"/>
              <a:defRPr sz="1400">
                <a:solidFill>
                  <a:schemeClr val="tx1"/>
                </a:solidFill>
              </a:defRPr>
            </a:lvl2pPr>
            <a:lvl3pPr marL="630000" indent="-270000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■"/>
              <a:defRPr sz="1400">
                <a:solidFill>
                  <a:schemeClr val="tx1"/>
                </a:solidFill>
              </a:defRPr>
            </a:lvl3pPr>
            <a:lvl4pPr marL="630000" indent="-270000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■"/>
              <a:defRPr sz="1400">
                <a:solidFill>
                  <a:schemeClr val="tx1"/>
                </a:solidFill>
              </a:defRPr>
            </a:lvl4pPr>
            <a:lvl5pPr marL="630000" indent="-270000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■"/>
              <a:defRPr sz="1400">
                <a:solidFill>
                  <a:schemeClr val="tx1"/>
                </a:solidFill>
              </a:defRPr>
            </a:lvl5pPr>
            <a:lvl6pPr marL="630000" indent="-270000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■"/>
              <a:defRPr sz="1400">
                <a:solidFill>
                  <a:schemeClr val="tx1"/>
                </a:solidFill>
              </a:defRPr>
            </a:lvl6pPr>
            <a:lvl7pPr marL="630000" indent="-270000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■"/>
              <a:defRPr sz="1400">
                <a:solidFill>
                  <a:schemeClr val="tx1"/>
                </a:solidFill>
              </a:defRPr>
            </a:lvl7pPr>
            <a:lvl8pPr marL="630000" indent="-270000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■"/>
              <a:defRPr sz="1400" cap="none" baseline="0">
                <a:solidFill>
                  <a:schemeClr val="tx1"/>
                </a:solidFill>
              </a:defRPr>
            </a:lvl8pPr>
            <a:lvl9pPr marL="630000" indent="-270000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■"/>
              <a:defRPr sz="1400" cap="none" baseline="0">
                <a:solidFill>
                  <a:schemeClr val="tx1"/>
                </a:solidFill>
              </a:defRPr>
            </a:lvl9pPr>
          </a:lstStyle>
          <a:p>
            <a:pPr lvl="0"/>
            <a:r>
              <a:rPr lang="en-GB" noProof="0" dirty="0"/>
              <a:t>Click to edit </a:t>
            </a:r>
            <a:r>
              <a:rPr lang="en-US" noProof="0" dirty="0"/>
              <a:t>Master</a:t>
            </a:r>
            <a:r>
              <a:rPr lang="en-GB" noProof="0" dirty="0"/>
              <a:t> text styles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 dirty="0"/>
              <a:t>Overview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CFF3EC-409E-63A1-E030-5FEB5C32CFB4}"/>
              </a:ext>
            </a:extLst>
          </p:cNvPr>
          <p:cNvSpPr txBox="1"/>
          <p:nvPr userDrawn="1"/>
        </p:nvSpPr>
        <p:spPr bwMode="gray">
          <a:xfrm>
            <a:off x="8130746" y="426720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182563" indent="-182563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■"/>
            </a:pPr>
            <a:endParaRPr lang="en-US" sz="1200" dirty="0" err="1"/>
          </a:p>
        </p:txBody>
      </p:sp>
    </p:spTree>
    <p:extLst>
      <p:ext uri="{BB962C8B-B14F-4D97-AF65-F5344CB8AC3E}">
        <p14:creationId xmlns:p14="http://schemas.microsoft.com/office/powerpoint/2010/main" val="3296948856"/>
      </p:ext>
    </p:extLst>
  </p:cSld>
  <p:clrMapOvr>
    <a:masterClrMapping/>
  </p:clrMapOvr>
  <p:transition spd="slow">
    <p:wipe dir="u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 dirty="0"/>
              <a:t>Write your title</a:t>
            </a:r>
            <a:br>
              <a:rPr lang="en-US" noProof="0" dirty="0"/>
            </a:br>
            <a:r>
              <a:rPr lang="en-US" noProof="0" dirty="0"/>
              <a:t>- maximum 2 lines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7EA378-D654-6058-1100-7130BB18C70E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58775" y="1239838"/>
            <a:ext cx="6877050" cy="356393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46275408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(Bullet Point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3"/>
          </p:nvPr>
        </p:nvSpPr>
        <p:spPr bwMode="gray">
          <a:xfrm>
            <a:off x="358776" y="1239837"/>
            <a:ext cx="6877051" cy="3563938"/>
          </a:xfrm>
          <a:prstGeom prst="rect">
            <a:avLst/>
          </a:prstGeom>
        </p:spPr>
        <p:txBody>
          <a:bodyPr/>
          <a:lstStyle>
            <a:lvl1pPr marL="268288" indent="-268288">
              <a:buClr>
                <a:schemeClr val="accent1"/>
              </a:buClr>
              <a:buSzPct val="80000"/>
              <a:buFont typeface="Arial" panose="020B0604020202020204" pitchFamily="34" charset="0"/>
              <a:buChar char="■"/>
              <a:defRPr baseline="0"/>
            </a:lvl1pPr>
            <a:lvl2pPr marL="536575" indent="-268288">
              <a:buSzPct val="80000"/>
              <a:buFont typeface="Arial" panose="020B0604020202020204" pitchFamily="34" charset="0"/>
              <a:buChar char="□"/>
              <a:defRPr/>
            </a:lvl2pPr>
            <a:lvl3pPr marL="806450" indent="-269875">
              <a:buFont typeface="Arial" panose="020B0604020202020204" pitchFamily="34" charset="0"/>
              <a:buChar char="–"/>
              <a:defRPr/>
            </a:lvl3pPr>
            <a:lvl4pPr marL="270000" indent="-270000">
              <a:buFont typeface="+mj-lt"/>
              <a:buAutoNum type="arabicPeriod"/>
              <a:defRPr/>
            </a:lvl4pPr>
            <a:lvl5pPr marL="540000" indent="-270000">
              <a:buFont typeface="+mj-lt"/>
              <a:buAutoNum type="alphaLcParenR"/>
              <a:defRPr/>
            </a:lvl5pPr>
            <a:lvl6pPr marL="0" indent="0">
              <a:spcBef>
                <a:spcPts val="400"/>
              </a:spcBef>
              <a:spcAft>
                <a:spcPts val="400"/>
              </a:spcAft>
              <a:buNone/>
              <a:defRPr sz="1600" cap="all" baseline="0">
                <a:solidFill>
                  <a:schemeClr val="accent1"/>
                </a:solidFill>
              </a:defRPr>
            </a:lvl6pPr>
            <a:lvl7pPr>
              <a:defRPr/>
            </a:lvl7pPr>
            <a:lvl8pPr>
              <a:defRPr/>
            </a:lvl8pPr>
          </a:lstStyle>
          <a:p>
            <a:pPr lvl="0"/>
            <a:r>
              <a:rPr lang="en-GB" noProof="0" dirty="0"/>
              <a:t>Click to edit Master text styles</a:t>
            </a:r>
          </a:p>
          <a:p>
            <a:pPr lvl="1"/>
            <a:r>
              <a:rPr lang="en-GB" noProof="0" dirty="0"/>
              <a:t>Second </a:t>
            </a:r>
            <a:r>
              <a:rPr lang="en-US" noProof="0" dirty="0"/>
              <a:t>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  <a:endParaRPr lang="en-US" noProof="0" dirty="0"/>
          </a:p>
        </p:txBody>
      </p:sp>
      <p:sp>
        <p:nvSpPr>
          <p:cNvPr id="5" name="Titel 4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/>
              <a:t>Write your title</a:t>
            </a:r>
            <a:br>
              <a:rPr lang="en-US" noProof="0"/>
            </a:br>
            <a:r>
              <a:rPr lang="en-US" noProof="0"/>
              <a:t>- maximum 2 lines</a:t>
            </a:r>
          </a:p>
        </p:txBody>
      </p:sp>
    </p:spTree>
    <p:extLst>
      <p:ext uri="{BB962C8B-B14F-4D97-AF65-F5344CB8AC3E}">
        <p14:creationId xmlns:p14="http://schemas.microsoft.com/office/powerpoint/2010/main" val="3481075343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(Tex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 dirty="0"/>
              <a:t>Write your title</a:t>
            </a:r>
            <a:br>
              <a:rPr lang="en-US" noProof="0" dirty="0"/>
            </a:br>
            <a:r>
              <a:rPr lang="en-US" noProof="0" dirty="0"/>
              <a:t>- maximum 2 lines</a:t>
            </a:r>
          </a:p>
        </p:txBody>
      </p:sp>
      <p:sp>
        <p:nvSpPr>
          <p:cNvPr id="2" name="Text Placeholder 10">
            <a:extLst>
              <a:ext uri="{FF2B5EF4-FFF2-40B4-BE49-F238E27FC236}">
                <a16:creationId xmlns:a16="http://schemas.microsoft.com/office/drawing/2014/main" id="{C2384B77-A60D-2E26-15E3-207400B24A9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358777" y="1239837"/>
            <a:ext cx="3349624" cy="3563938"/>
          </a:xfrm>
          <a:prstGeom prst="rect">
            <a:avLst/>
          </a:prstGeom>
        </p:spPr>
        <p:txBody>
          <a:bodyPr/>
          <a:lstStyle>
            <a:lvl1pPr marL="268288" indent="-268288">
              <a:buClr>
                <a:schemeClr val="accent1"/>
              </a:buClr>
              <a:buSzPct val="80000"/>
              <a:buFont typeface="Arial" panose="020B0604020202020204" pitchFamily="34" charset="0"/>
              <a:buChar char="■"/>
              <a:defRPr baseline="0"/>
            </a:lvl1pPr>
            <a:lvl2pPr marL="536575" indent="-268288">
              <a:buSzPct val="80000"/>
              <a:buFont typeface="Arial" panose="020B0604020202020204" pitchFamily="34" charset="0"/>
              <a:buChar char="□"/>
              <a:defRPr/>
            </a:lvl2pPr>
            <a:lvl3pPr marL="806450" indent="-269875">
              <a:buFont typeface="Arial" panose="020B0604020202020204" pitchFamily="34" charset="0"/>
              <a:buChar char="–"/>
              <a:defRPr/>
            </a:lvl3pPr>
            <a:lvl4pPr marL="270000" indent="-270000">
              <a:buFont typeface="+mj-lt"/>
              <a:buAutoNum type="arabicPeriod"/>
              <a:defRPr/>
            </a:lvl4pPr>
            <a:lvl5pPr marL="540000" indent="-270000">
              <a:buFont typeface="+mj-lt"/>
              <a:buAutoNum type="alphaLcParenR"/>
              <a:defRPr/>
            </a:lvl5pPr>
            <a:lvl6pPr marL="0" indent="0">
              <a:spcBef>
                <a:spcPts val="400"/>
              </a:spcBef>
              <a:spcAft>
                <a:spcPts val="400"/>
              </a:spcAft>
              <a:buNone/>
              <a:defRPr sz="1600" cap="all" baseline="0">
                <a:solidFill>
                  <a:schemeClr val="accent1"/>
                </a:solidFill>
              </a:defRPr>
            </a:lvl6pPr>
            <a:lvl7pPr>
              <a:defRPr/>
            </a:lvl7pPr>
            <a:lvl8pPr>
              <a:defRPr/>
            </a:lvl8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078C676C-DB7C-A16F-DE7B-260DE2FD493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 bwMode="gray">
          <a:xfrm>
            <a:off x="3886202" y="1232126"/>
            <a:ext cx="3349624" cy="3563938"/>
          </a:xfrm>
          <a:prstGeom prst="rect">
            <a:avLst/>
          </a:prstGeom>
        </p:spPr>
        <p:txBody>
          <a:bodyPr/>
          <a:lstStyle>
            <a:lvl1pPr marL="268288" indent="-268288">
              <a:buClr>
                <a:schemeClr val="accent1"/>
              </a:buClr>
              <a:buSzPct val="80000"/>
              <a:buFont typeface="Arial" panose="020B0604020202020204" pitchFamily="34" charset="0"/>
              <a:buChar char="■"/>
              <a:defRPr baseline="0"/>
            </a:lvl1pPr>
            <a:lvl2pPr marL="536575" indent="-268288">
              <a:buSzPct val="80000"/>
              <a:buFont typeface="Arial" panose="020B0604020202020204" pitchFamily="34" charset="0"/>
              <a:buChar char="□"/>
              <a:defRPr/>
            </a:lvl2pPr>
            <a:lvl3pPr marL="806450" indent="-269875">
              <a:buFont typeface="Arial" panose="020B0604020202020204" pitchFamily="34" charset="0"/>
              <a:buChar char="–"/>
              <a:defRPr/>
            </a:lvl3pPr>
            <a:lvl4pPr marL="270000" indent="-270000">
              <a:buFont typeface="+mj-lt"/>
              <a:buAutoNum type="arabicPeriod"/>
              <a:defRPr/>
            </a:lvl4pPr>
            <a:lvl5pPr marL="540000" indent="-270000">
              <a:buFont typeface="+mj-lt"/>
              <a:buAutoNum type="alphaLcParenR"/>
              <a:defRPr/>
            </a:lvl5pPr>
            <a:lvl6pPr marL="0" indent="0">
              <a:spcBef>
                <a:spcPts val="400"/>
              </a:spcBef>
              <a:spcAft>
                <a:spcPts val="400"/>
              </a:spcAft>
              <a:buNone/>
              <a:defRPr sz="1600" cap="all" baseline="0">
                <a:solidFill>
                  <a:schemeClr val="accent1"/>
                </a:solidFill>
              </a:defRPr>
            </a:lvl6pPr>
            <a:lvl7pPr>
              <a:defRPr/>
            </a:lvl7pPr>
            <a:lvl8pPr>
              <a:defRPr/>
            </a:lvl8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066185237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s (Tex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3"/>
          </p:nvPr>
        </p:nvSpPr>
        <p:spPr bwMode="gray">
          <a:xfrm>
            <a:off x="358776" y="1239837"/>
            <a:ext cx="1584325" cy="35639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10"/>
          <p:cNvSpPr>
            <a:spLocks noGrp="1"/>
          </p:cNvSpPr>
          <p:nvPr>
            <p:ph type="body" sz="quarter" idx="14"/>
          </p:nvPr>
        </p:nvSpPr>
        <p:spPr bwMode="gray">
          <a:xfrm>
            <a:off x="2124076" y="1239837"/>
            <a:ext cx="1585913" cy="35639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2" name="Text Placeholder 10"/>
          <p:cNvSpPr>
            <a:spLocks noGrp="1"/>
          </p:cNvSpPr>
          <p:nvPr>
            <p:ph type="body" sz="quarter" idx="15"/>
          </p:nvPr>
        </p:nvSpPr>
        <p:spPr bwMode="gray">
          <a:xfrm>
            <a:off x="3886985" y="1239837"/>
            <a:ext cx="1585913" cy="35639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3" name="Text Placeholder 10"/>
          <p:cNvSpPr>
            <a:spLocks noGrp="1"/>
          </p:cNvSpPr>
          <p:nvPr>
            <p:ph type="body" sz="quarter" idx="16"/>
          </p:nvPr>
        </p:nvSpPr>
        <p:spPr bwMode="gray">
          <a:xfrm>
            <a:off x="5649913" y="1239837"/>
            <a:ext cx="1585913" cy="35639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el 5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/>
              <a:t>Write your title</a:t>
            </a:r>
            <a:br>
              <a:rPr lang="en-US" noProof="0"/>
            </a:br>
            <a:r>
              <a:rPr lang="en-US" noProof="0"/>
              <a:t>- maximum 2 lines</a:t>
            </a:r>
          </a:p>
        </p:txBody>
      </p:sp>
    </p:spTree>
    <p:extLst>
      <p:ext uri="{BB962C8B-B14F-4D97-AF65-F5344CB8AC3E}">
        <p14:creationId xmlns:p14="http://schemas.microsoft.com/office/powerpoint/2010/main" val="405366817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s (with Header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3"/>
          </p:nvPr>
        </p:nvSpPr>
        <p:spPr bwMode="gray">
          <a:xfrm>
            <a:off x="358776" y="1671649"/>
            <a:ext cx="1584325" cy="3132125"/>
          </a:xfrm>
          <a:prstGeom prst="rect">
            <a:avLst/>
          </a:prstGeom>
        </p:spPr>
        <p:txBody>
          <a:bodyPr tIns="0"/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/>
          </a:p>
        </p:txBody>
      </p:sp>
      <p:sp>
        <p:nvSpPr>
          <p:cNvPr id="10" name="Text Placeholder 10"/>
          <p:cNvSpPr>
            <a:spLocks noGrp="1"/>
          </p:cNvSpPr>
          <p:nvPr>
            <p:ph type="body" sz="quarter" idx="14"/>
          </p:nvPr>
        </p:nvSpPr>
        <p:spPr bwMode="gray">
          <a:xfrm>
            <a:off x="2124076" y="1671649"/>
            <a:ext cx="1585913" cy="3132125"/>
          </a:xfrm>
          <a:prstGeom prst="rect">
            <a:avLst/>
          </a:prstGeom>
        </p:spPr>
        <p:txBody>
          <a:bodyPr tIns="0"/>
          <a:lstStyle>
            <a:lvl2pPr>
              <a:buClr>
                <a:schemeClr val="accent2"/>
              </a:buClr>
              <a:defRPr/>
            </a:lvl2pPr>
            <a:lvl3pPr>
              <a:buClr>
                <a:schemeClr val="accent2"/>
              </a:buClr>
              <a:defRPr/>
            </a:lvl3pPr>
            <a:lvl4pPr>
              <a:buClr>
                <a:schemeClr val="accent2"/>
              </a:buClr>
              <a:defRPr/>
            </a:lvl4pPr>
            <a:lvl5pPr>
              <a:buClr>
                <a:schemeClr val="accent2"/>
              </a:buClr>
              <a:defRPr/>
            </a:lvl5pPr>
            <a:lvl6pPr>
              <a:buClr>
                <a:schemeClr val="accent2"/>
              </a:buClr>
              <a:defRPr/>
            </a:lvl6pPr>
            <a:lvl7pPr>
              <a:buClr>
                <a:schemeClr val="accent2"/>
              </a:buClr>
              <a:defRPr/>
            </a:lvl7pPr>
            <a:lvl8pPr>
              <a:defRPr>
                <a:solidFill>
                  <a:schemeClr val="accent2"/>
                </a:solidFill>
              </a:defRPr>
            </a:lvl8pPr>
            <a:lvl9pPr>
              <a:defRPr>
                <a:solidFill>
                  <a:schemeClr val="accent2"/>
                </a:solidFill>
              </a:defRPr>
            </a:lvl9pPr>
          </a:lstStyle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/>
          </a:p>
        </p:txBody>
      </p:sp>
      <p:sp>
        <p:nvSpPr>
          <p:cNvPr id="12" name="Text Placeholder 10"/>
          <p:cNvSpPr>
            <a:spLocks noGrp="1"/>
          </p:cNvSpPr>
          <p:nvPr>
            <p:ph type="body" sz="quarter" idx="15"/>
          </p:nvPr>
        </p:nvSpPr>
        <p:spPr bwMode="gray">
          <a:xfrm>
            <a:off x="3886985" y="1671649"/>
            <a:ext cx="1585913" cy="3132125"/>
          </a:xfrm>
          <a:prstGeom prst="rect">
            <a:avLst/>
          </a:prstGeom>
        </p:spPr>
        <p:txBody>
          <a:bodyPr tIns="0"/>
          <a:lstStyle>
            <a:lvl2pPr>
              <a:buClr>
                <a:schemeClr val="accent3"/>
              </a:buClr>
              <a:defRPr/>
            </a:lvl2pPr>
            <a:lvl3pPr>
              <a:buClr>
                <a:schemeClr val="accent3"/>
              </a:buClr>
              <a:defRPr/>
            </a:lvl3pPr>
            <a:lvl4pPr>
              <a:buClr>
                <a:schemeClr val="accent3"/>
              </a:buClr>
              <a:defRPr/>
            </a:lvl4pPr>
            <a:lvl5pPr>
              <a:buClr>
                <a:schemeClr val="accent3"/>
              </a:buClr>
              <a:defRPr/>
            </a:lvl5pPr>
            <a:lvl6pPr>
              <a:buClr>
                <a:schemeClr val="accent3"/>
              </a:buClr>
              <a:defRPr/>
            </a:lvl6pPr>
            <a:lvl7pPr>
              <a:buClr>
                <a:schemeClr val="accent3"/>
              </a:buClr>
              <a:defRPr/>
            </a:lvl7pPr>
            <a:lvl8pPr>
              <a:defRPr>
                <a:solidFill>
                  <a:schemeClr val="accent3"/>
                </a:solidFill>
              </a:defRPr>
            </a:lvl8pPr>
            <a:lvl9pPr>
              <a:defRPr>
                <a:solidFill>
                  <a:schemeClr val="accent3"/>
                </a:solidFill>
              </a:defRPr>
            </a:lvl9pPr>
          </a:lstStyle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/>
          </a:p>
        </p:txBody>
      </p:sp>
      <p:sp>
        <p:nvSpPr>
          <p:cNvPr id="13" name="Text Placeholder 10"/>
          <p:cNvSpPr>
            <a:spLocks noGrp="1"/>
          </p:cNvSpPr>
          <p:nvPr>
            <p:ph type="body" sz="quarter" idx="16"/>
          </p:nvPr>
        </p:nvSpPr>
        <p:spPr bwMode="gray">
          <a:xfrm>
            <a:off x="5649913" y="1671649"/>
            <a:ext cx="1585913" cy="3132125"/>
          </a:xfrm>
          <a:prstGeom prst="rect">
            <a:avLst/>
          </a:prstGeom>
        </p:spPr>
        <p:txBody>
          <a:bodyPr tIns="0"/>
          <a:lstStyle>
            <a:lvl2pPr>
              <a:buClr>
                <a:schemeClr val="accent4"/>
              </a:buClr>
              <a:defRPr/>
            </a:lvl2pPr>
            <a:lvl3pPr>
              <a:buClr>
                <a:schemeClr val="accent4"/>
              </a:buClr>
              <a:defRPr/>
            </a:lvl3pPr>
            <a:lvl4pPr>
              <a:buClr>
                <a:schemeClr val="accent4"/>
              </a:buClr>
              <a:defRPr/>
            </a:lvl4pPr>
            <a:lvl5pPr>
              <a:buClr>
                <a:schemeClr val="accent4"/>
              </a:buClr>
              <a:defRPr/>
            </a:lvl5pPr>
            <a:lvl6pPr>
              <a:buClr>
                <a:schemeClr val="accent4"/>
              </a:buClr>
              <a:defRPr/>
            </a:lvl6pPr>
            <a:lvl7pPr>
              <a:buClr>
                <a:schemeClr val="accent4"/>
              </a:buClr>
              <a:defRPr/>
            </a:lvl7pPr>
            <a:lvl8pPr>
              <a:defRPr>
                <a:solidFill>
                  <a:schemeClr val="accent4"/>
                </a:solidFill>
              </a:defRPr>
            </a:lvl8pPr>
            <a:lvl9pPr>
              <a:defRPr>
                <a:solidFill>
                  <a:schemeClr val="accent4"/>
                </a:solidFill>
              </a:defRPr>
            </a:lvl9pPr>
          </a:lstStyle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358776" y="1239838"/>
            <a:ext cx="1584325" cy="287797"/>
          </a:xfrm>
          <a:prstGeom prst="rect">
            <a:avLst/>
          </a:prstGeom>
          <a:solidFill>
            <a:schemeClr val="accent1"/>
          </a:solidFill>
        </p:spPr>
        <p:txBody>
          <a:bodyPr wrap="square" lIns="72000" tIns="36000" rIns="72000" bIns="36000" anchor="ctr" anchorCtr="0"/>
          <a:lstStyle>
            <a:lvl1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 baseline="0">
                <a:solidFill>
                  <a:schemeClr val="bg1"/>
                </a:solidFill>
              </a:defRPr>
            </a:lvl1pPr>
            <a:lvl2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2pPr>
            <a:lvl3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3pPr>
            <a:lvl4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4pPr>
            <a:lvl5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5pPr>
            <a:lvl6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6pPr>
            <a:lvl7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7pPr>
            <a:lvl8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>
                <a:solidFill>
                  <a:schemeClr val="bg1"/>
                </a:solidFill>
              </a:defRPr>
            </a:lvl8pPr>
            <a:lvl9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>
                <a:solidFill>
                  <a:schemeClr val="bg1"/>
                </a:solidFill>
              </a:defRPr>
            </a:lvl9pPr>
          </a:lstStyle>
          <a:p>
            <a:pPr lvl="0"/>
            <a:r>
              <a:rPr lang="en-US" noProof="0"/>
              <a:t>Topic 1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2124076" y="1239838"/>
            <a:ext cx="1584325" cy="287797"/>
          </a:xfrm>
          <a:prstGeom prst="rect">
            <a:avLst/>
          </a:prstGeom>
          <a:solidFill>
            <a:schemeClr val="accent2"/>
          </a:solidFill>
        </p:spPr>
        <p:txBody>
          <a:bodyPr wrap="square" lIns="72000" tIns="36000" rIns="72000" bIns="36000" anchor="ctr" anchorCtr="0"/>
          <a:lstStyle>
            <a:lvl1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 baseline="0">
                <a:solidFill>
                  <a:schemeClr val="bg1"/>
                </a:solidFill>
              </a:defRPr>
            </a:lvl1pPr>
            <a:lvl2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2pPr>
            <a:lvl3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3pPr>
            <a:lvl4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4pPr>
            <a:lvl5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5pPr>
            <a:lvl6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6pPr>
            <a:lvl7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7pPr>
            <a:lvl8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>
                <a:solidFill>
                  <a:schemeClr val="bg1"/>
                </a:solidFill>
              </a:defRPr>
            </a:lvl8pPr>
            <a:lvl9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>
                <a:solidFill>
                  <a:schemeClr val="bg1"/>
                </a:solidFill>
              </a:defRPr>
            </a:lvl9pPr>
          </a:lstStyle>
          <a:p>
            <a:pPr lvl="0"/>
            <a:r>
              <a:rPr lang="en-US" noProof="0"/>
              <a:t>Topic 2</a:t>
            </a:r>
          </a:p>
        </p:txBody>
      </p:sp>
      <p:sp>
        <p:nvSpPr>
          <p:cNvPr id="15" name="Text Placeholder 3"/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3888573" y="1239838"/>
            <a:ext cx="1584325" cy="287797"/>
          </a:xfrm>
          <a:prstGeom prst="rect">
            <a:avLst/>
          </a:prstGeom>
          <a:solidFill>
            <a:schemeClr val="accent3"/>
          </a:solidFill>
        </p:spPr>
        <p:txBody>
          <a:bodyPr wrap="square" lIns="72000" tIns="36000" rIns="72000" bIns="36000" anchor="ctr" anchorCtr="0"/>
          <a:lstStyle>
            <a:lvl1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 baseline="0">
                <a:solidFill>
                  <a:schemeClr val="bg1"/>
                </a:solidFill>
              </a:defRPr>
            </a:lvl1pPr>
            <a:lvl2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2pPr>
            <a:lvl3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3pPr>
            <a:lvl4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4pPr>
            <a:lvl5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5pPr>
            <a:lvl6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6pPr>
            <a:lvl7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7pPr>
            <a:lvl8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>
                <a:solidFill>
                  <a:schemeClr val="bg1"/>
                </a:solidFill>
              </a:defRPr>
            </a:lvl8pPr>
            <a:lvl9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>
                <a:solidFill>
                  <a:schemeClr val="bg1"/>
                </a:solidFill>
              </a:defRPr>
            </a:lvl9pPr>
          </a:lstStyle>
          <a:p>
            <a:pPr lvl="0"/>
            <a:r>
              <a:rPr lang="en-US" noProof="0"/>
              <a:t>Topic 3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5644193" y="1239838"/>
            <a:ext cx="1584325" cy="287797"/>
          </a:xfrm>
          <a:prstGeom prst="rect">
            <a:avLst/>
          </a:prstGeom>
          <a:solidFill>
            <a:schemeClr val="accent4"/>
          </a:solidFill>
        </p:spPr>
        <p:txBody>
          <a:bodyPr wrap="square" lIns="72000" tIns="36000" rIns="72000" bIns="36000" anchor="ctr" anchorCtr="0"/>
          <a:lstStyle>
            <a:lvl1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 baseline="0">
                <a:solidFill>
                  <a:schemeClr val="bg1"/>
                </a:solidFill>
              </a:defRPr>
            </a:lvl1pPr>
            <a:lvl2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2pPr>
            <a:lvl3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3pPr>
            <a:lvl4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4pPr>
            <a:lvl5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5pPr>
            <a:lvl6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6pPr>
            <a:lvl7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7pPr>
            <a:lvl8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>
                <a:solidFill>
                  <a:schemeClr val="bg1"/>
                </a:solidFill>
              </a:defRPr>
            </a:lvl8pPr>
            <a:lvl9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>
                <a:solidFill>
                  <a:schemeClr val="bg1"/>
                </a:solidFill>
              </a:defRPr>
            </a:lvl9pPr>
          </a:lstStyle>
          <a:p>
            <a:pPr lvl="0"/>
            <a:r>
              <a:rPr lang="en-US" noProof="0"/>
              <a:t>Topic 4</a:t>
            </a:r>
          </a:p>
        </p:txBody>
      </p:sp>
      <p:sp>
        <p:nvSpPr>
          <p:cNvPr id="7" name="Titel 6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/>
              <a:t>Write your title</a:t>
            </a:r>
            <a:br>
              <a:rPr lang="en-US" noProof="0"/>
            </a:br>
            <a:r>
              <a:rPr lang="en-US" noProof="0"/>
              <a:t>- maximum 2 lines</a:t>
            </a:r>
          </a:p>
        </p:txBody>
      </p:sp>
    </p:spTree>
    <p:extLst>
      <p:ext uri="{BB962C8B-B14F-4D97-AF65-F5344CB8AC3E}">
        <p14:creationId xmlns:p14="http://schemas.microsoft.com/office/powerpoint/2010/main" val="684359825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(Picture 25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3"/>
          </p:nvPr>
        </p:nvSpPr>
        <p:spPr bwMode="gray">
          <a:xfrm>
            <a:off x="2124075" y="1239837"/>
            <a:ext cx="5111751" cy="35639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/>
          </a:p>
        </p:txBody>
      </p:sp>
      <p:sp>
        <p:nvSpPr>
          <p:cNvPr id="4" name="Picture Placeholder 3"/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179388" y="1239838"/>
            <a:ext cx="1763712" cy="3563937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i="1"/>
            </a:lvl1pPr>
          </a:lstStyle>
          <a:p>
            <a:r>
              <a:rPr lang="en-US" noProof="0"/>
              <a:t>Insert picture by </a:t>
            </a:r>
            <a:br>
              <a:rPr lang="en-US" noProof="0"/>
            </a:br>
            <a:r>
              <a:rPr lang="en-US" noProof="0"/>
              <a:t>clicking the icon</a:t>
            </a:r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</p:txBody>
      </p:sp>
      <p:sp>
        <p:nvSpPr>
          <p:cNvPr id="7" name="Titel 6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/>
              <a:t>Write your title</a:t>
            </a:r>
            <a:br>
              <a:rPr lang="en-US" noProof="0"/>
            </a:br>
            <a:r>
              <a:rPr lang="en-US" noProof="0"/>
              <a:t>- maximum 2 lines</a:t>
            </a:r>
          </a:p>
        </p:txBody>
      </p:sp>
    </p:spTree>
    <p:extLst>
      <p:ext uri="{BB962C8B-B14F-4D97-AF65-F5344CB8AC3E}">
        <p14:creationId xmlns:p14="http://schemas.microsoft.com/office/powerpoint/2010/main" val="1751671967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(Picture 5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3"/>
          </p:nvPr>
        </p:nvSpPr>
        <p:spPr bwMode="gray">
          <a:xfrm>
            <a:off x="3887790" y="1239837"/>
            <a:ext cx="3348037" cy="35639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/>
          </a:p>
        </p:txBody>
      </p:sp>
      <p:sp>
        <p:nvSpPr>
          <p:cNvPr id="4" name="Picture Placeholder 3"/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179389" y="1239838"/>
            <a:ext cx="3529012" cy="3563937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i="1"/>
            </a:lvl1pPr>
          </a:lstStyle>
          <a:p>
            <a:r>
              <a:rPr lang="en-US" noProof="0"/>
              <a:t>Insert picture by </a:t>
            </a:r>
            <a:br>
              <a:rPr lang="en-US" noProof="0"/>
            </a:br>
            <a:r>
              <a:rPr lang="en-US" noProof="0"/>
              <a:t>clicking the icon</a:t>
            </a:r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</p:txBody>
      </p:sp>
      <p:sp>
        <p:nvSpPr>
          <p:cNvPr id="7" name="Titel 6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/>
              <a:t>Write your title</a:t>
            </a:r>
            <a:br>
              <a:rPr lang="en-US" noProof="0"/>
            </a:br>
            <a:r>
              <a:rPr lang="en-US" noProof="0"/>
              <a:t>- maximum 2 lines</a:t>
            </a:r>
          </a:p>
        </p:txBody>
      </p:sp>
    </p:spTree>
    <p:extLst>
      <p:ext uri="{BB962C8B-B14F-4D97-AF65-F5344CB8AC3E}">
        <p14:creationId xmlns:p14="http://schemas.microsoft.com/office/powerpoint/2010/main" val="1823356174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(Picture 75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3"/>
          </p:nvPr>
        </p:nvSpPr>
        <p:spPr bwMode="gray">
          <a:xfrm>
            <a:off x="5651502" y="1239837"/>
            <a:ext cx="1584325" cy="35639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/>
          </a:p>
        </p:txBody>
      </p:sp>
      <p:sp>
        <p:nvSpPr>
          <p:cNvPr id="4" name="Picture Placeholder 3"/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179387" y="1239838"/>
            <a:ext cx="5292725" cy="3563937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i="1"/>
            </a:lvl1pPr>
          </a:lstStyle>
          <a:p>
            <a:r>
              <a:rPr lang="en-US" noProof="0"/>
              <a:t>Insert picture by </a:t>
            </a:r>
            <a:br>
              <a:rPr lang="en-US" noProof="0"/>
            </a:br>
            <a:r>
              <a:rPr lang="en-US" noProof="0"/>
              <a:t>clicking the icon</a:t>
            </a:r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</p:txBody>
      </p:sp>
      <p:sp>
        <p:nvSpPr>
          <p:cNvPr id="7" name="Titel 6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/>
              <a:t>Write your title</a:t>
            </a:r>
            <a:br>
              <a:rPr lang="en-US" noProof="0"/>
            </a:br>
            <a:r>
              <a:rPr lang="en-US" noProof="0"/>
              <a:t>- maximum 2 lines</a:t>
            </a:r>
          </a:p>
        </p:txBody>
      </p:sp>
    </p:spTree>
    <p:extLst>
      <p:ext uri="{BB962C8B-B14F-4D97-AF65-F5344CB8AC3E}">
        <p14:creationId xmlns:p14="http://schemas.microsoft.com/office/powerpoint/2010/main" val="1119816392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Picture"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/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179386" y="1239838"/>
            <a:ext cx="7056441" cy="3563937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i="1"/>
            </a:lvl1pPr>
          </a:lstStyle>
          <a:p>
            <a:r>
              <a:rPr lang="en-US" noProof="0"/>
              <a:t>Insert picture by </a:t>
            </a:r>
            <a:br>
              <a:rPr lang="en-US" noProof="0"/>
            </a:br>
            <a:r>
              <a:rPr lang="en-US" noProof="0"/>
              <a:t>clicking the icon</a:t>
            </a:r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</p:txBody>
      </p:sp>
      <p:sp>
        <p:nvSpPr>
          <p:cNvPr id="7" name="Titel 6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/>
              <a:t>Write your title</a:t>
            </a:r>
            <a:br>
              <a:rPr lang="en-US" noProof="0"/>
            </a:br>
            <a:r>
              <a:rPr lang="en-US" noProof="0"/>
              <a:t>- maximum 2 lines</a:t>
            </a:r>
          </a:p>
        </p:txBody>
      </p:sp>
    </p:spTree>
    <p:extLst>
      <p:ext uri="{BB962C8B-B14F-4D97-AF65-F5344CB8AC3E}">
        <p14:creationId xmlns:p14="http://schemas.microsoft.com/office/powerpoint/2010/main" val="1025316029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9A5AB30-E2C7-E7CF-C1E7-8CCE9089AB71}"/>
              </a:ext>
            </a:extLst>
          </p:cNvPr>
          <p:cNvSpPr/>
          <p:nvPr userDrawn="1"/>
        </p:nvSpPr>
        <p:spPr bwMode="gray">
          <a:xfrm>
            <a:off x="107505" y="1"/>
            <a:ext cx="7380820" cy="116759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Picture Placeholder 3"/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179386" y="339502"/>
            <a:ext cx="7056441" cy="4464273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i="1"/>
            </a:lvl1pPr>
          </a:lstStyle>
          <a:p>
            <a:r>
              <a:rPr lang="en-US" noProof="0"/>
              <a:t>Insert picture by </a:t>
            </a:r>
            <a:br>
              <a:rPr lang="en-US" noProof="0"/>
            </a:br>
            <a:r>
              <a:rPr lang="en-US" noProof="0"/>
              <a:t>clicking the icon</a:t>
            </a:r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910157539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/>
          <p:cNvSpPr/>
          <p:nvPr userDrawn="1"/>
        </p:nvSpPr>
        <p:spPr bwMode="gray">
          <a:xfrm>
            <a:off x="179389" y="2932113"/>
            <a:ext cx="8601075" cy="205263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14" name="Rectangle 13"/>
          <p:cNvSpPr/>
          <p:nvPr userDrawn="1"/>
        </p:nvSpPr>
        <p:spPr bwMode="gray">
          <a:xfrm>
            <a:off x="107504" y="1"/>
            <a:ext cx="7309295" cy="116759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 bwMode="gray">
          <a:xfrm>
            <a:off x="358775" y="2932113"/>
            <a:ext cx="8421685" cy="1871663"/>
          </a:xfrm>
          <a:solidFill>
            <a:srgbClr val="DD640C"/>
          </a:solidFill>
        </p:spPr>
        <p:txBody>
          <a:bodyPr lIns="108000" tIns="252000" rIns="108000" bIns="252000" anchor="ctr" anchorCtr="0"/>
          <a:lstStyle>
            <a:lvl1pPr algn="ctr">
              <a:defRPr sz="2400"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Presentation title</a:t>
            </a:r>
            <a:br>
              <a:rPr lang="en-US" noProof="0" dirty="0"/>
            </a:br>
            <a:r>
              <a:rPr lang="en-US" noProof="0" dirty="0"/>
              <a:t>up to maximum 2 lines</a:t>
            </a:r>
          </a:p>
        </p:txBody>
      </p:sp>
      <p:sp>
        <p:nvSpPr>
          <p:cNvPr id="11" name="Rectangle 10"/>
          <p:cNvSpPr/>
          <p:nvPr userDrawn="1"/>
        </p:nvSpPr>
        <p:spPr bwMode="gray">
          <a:xfrm>
            <a:off x="358776" y="2751932"/>
            <a:ext cx="8605836" cy="180181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12" name="Rectangle 11"/>
          <p:cNvSpPr/>
          <p:nvPr userDrawn="1"/>
        </p:nvSpPr>
        <p:spPr bwMode="gray">
          <a:xfrm>
            <a:off x="8780464" y="2934376"/>
            <a:ext cx="184149" cy="18694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411182617"/>
      </p:ext>
    </p:extLst>
  </p:cSld>
  <p:clrMapOvr>
    <a:masterClrMapping/>
  </p:clrMapOvr>
  <p:transition spd="slow">
    <p:wipe dir="d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1" name="Rectangle 2050"/>
          <p:cNvSpPr/>
          <p:nvPr/>
        </p:nvSpPr>
        <p:spPr bwMode="gray">
          <a:xfrm>
            <a:off x="177170" y="1"/>
            <a:ext cx="7238834" cy="10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noProof="0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358776" y="108001"/>
            <a:ext cx="6877051" cy="927588"/>
          </a:xfrm>
          <a:prstGeom prst="rect">
            <a:avLst/>
          </a:prstGeom>
        </p:spPr>
        <p:txBody>
          <a:bodyPr vert="horz" lIns="0" tIns="0" rIns="0" bIns="180000" rtlCol="0" anchor="b" anchorCtr="0">
            <a:noAutofit/>
          </a:bodyPr>
          <a:lstStyle/>
          <a:p>
            <a:r>
              <a:rPr lang="en-US" noProof="0" dirty="0"/>
              <a:t>Write your title</a:t>
            </a:r>
            <a:br>
              <a:rPr lang="en-US" noProof="0" dirty="0"/>
            </a:br>
            <a:r>
              <a:rPr lang="en-US" noProof="0" dirty="0"/>
              <a:t>- maximum 2 lines</a:t>
            </a:r>
          </a:p>
        </p:txBody>
      </p:sp>
      <p:grpSp>
        <p:nvGrpSpPr>
          <p:cNvPr id="23" name="Group 22"/>
          <p:cNvGrpSpPr/>
          <p:nvPr/>
        </p:nvGrpSpPr>
        <p:grpSpPr bwMode="gray">
          <a:xfrm>
            <a:off x="-101695" y="1055849"/>
            <a:ext cx="99454" cy="3924294"/>
            <a:chOff x="-101696" y="1055849"/>
            <a:chExt cx="99454" cy="3924294"/>
          </a:xfrm>
        </p:grpSpPr>
        <p:cxnSp>
          <p:nvCxnSpPr>
            <p:cNvPr id="22" name="Straight Connector 21"/>
            <p:cNvCxnSpPr/>
            <p:nvPr userDrawn="1"/>
          </p:nvCxnSpPr>
          <p:spPr bwMode="gray">
            <a:xfrm>
              <a:off x="-101696" y="1055849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/>
            <p:cNvCxnSpPr/>
            <p:nvPr userDrawn="1"/>
          </p:nvCxnSpPr>
          <p:spPr bwMode="gray">
            <a:xfrm>
              <a:off x="-101696" y="1236027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/>
            <p:cNvCxnSpPr/>
            <p:nvPr userDrawn="1"/>
          </p:nvCxnSpPr>
          <p:spPr bwMode="gray">
            <a:xfrm>
              <a:off x="-101696" y="292830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/>
            <p:cNvCxnSpPr/>
            <p:nvPr userDrawn="1"/>
          </p:nvCxnSpPr>
          <p:spPr bwMode="gray">
            <a:xfrm>
              <a:off x="-101696" y="3108481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/>
            <p:cNvCxnSpPr/>
            <p:nvPr userDrawn="1"/>
          </p:nvCxnSpPr>
          <p:spPr bwMode="gray">
            <a:xfrm>
              <a:off x="-74242" y="4799965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/>
            <p:cNvCxnSpPr/>
            <p:nvPr userDrawn="1"/>
          </p:nvCxnSpPr>
          <p:spPr bwMode="gray">
            <a:xfrm>
              <a:off x="-74242" y="498014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/>
          <p:cNvGrpSpPr/>
          <p:nvPr/>
        </p:nvGrpSpPr>
        <p:grpSpPr bwMode="gray">
          <a:xfrm>
            <a:off x="9156605" y="1055849"/>
            <a:ext cx="99454" cy="3924294"/>
            <a:chOff x="-101696" y="1055849"/>
            <a:chExt cx="99454" cy="3924294"/>
          </a:xfrm>
        </p:grpSpPr>
        <p:cxnSp>
          <p:nvCxnSpPr>
            <p:cNvPr id="31" name="Straight Connector 30"/>
            <p:cNvCxnSpPr/>
            <p:nvPr userDrawn="1"/>
          </p:nvCxnSpPr>
          <p:spPr bwMode="gray">
            <a:xfrm>
              <a:off x="-101696" y="1055849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/>
            <p:cNvCxnSpPr/>
            <p:nvPr userDrawn="1"/>
          </p:nvCxnSpPr>
          <p:spPr bwMode="gray">
            <a:xfrm>
              <a:off x="-101696" y="1236027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/>
            <p:cNvCxnSpPr/>
            <p:nvPr userDrawn="1"/>
          </p:nvCxnSpPr>
          <p:spPr bwMode="gray">
            <a:xfrm>
              <a:off x="-101696" y="292830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/>
            <p:cNvCxnSpPr/>
            <p:nvPr userDrawn="1"/>
          </p:nvCxnSpPr>
          <p:spPr bwMode="gray">
            <a:xfrm>
              <a:off x="-101696" y="3108481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/>
            <p:cNvCxnSpPr/>
            <p:nvPr userDrawn="1"/>
          </p:nvCxnSpPr>
          <p:spPr bwMode="gray">
            <a:xfrm>
              <a:off x="-74242" y="4799965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/>
            <p:cNvCxnSpPr/>
            <p:nvPr userDrawn="1"/>
          </p:nvCxnSpPr>
          <p:spPr bwMode="gray">
            <a:xfrm>
              <a:off x="-74242" y="498014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7" name="Group 36"/>
          <p:cNvGrpSpPr/>
          <p:nvPr/>
        </p:nvGrpSpPr>
        <p:grpSpPr bwMode="gray">
          <a:xfrm rot="5400000">
            <a:off x="4520765" y="-4456716"/>
            <a:ext cx="99454" cy="8786645"/>
            <a:chOff x="-101696" y="-3806503"/>
            <a:chExt cx="99454" cy="8786646"/>
          </a:xfrm>
        </p:grpSpPr>
        <p:cxnSp>
          <p:nvCxnSpPr>
            <p:cNvPr id="38" name="Straight Connector 37"/>
            <p:cNvCxnSpPr/>
            <p:nvPr userDrawn="1"/>
          </p:nvCxnSpPr>
          <p:spPr bwMode="gray">
            <a:xfrm>
              <a:off x="-101696" y="1271431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/>
            <p:cNvCxnSpPr/>
            <p:nvPr userDrawn="1"/>
          </p:nvCxnSpPr>
          <p:spPr bwMode="gray">
            <a:xfrm>
              <a:off x="-101696" y="1451609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/>
            <p:cNvCxnSpPr/>
            <p:nvPr userDrawn="1"/>
          </p:nvCxnSpPr>
          <p:spPr bwMode="gray">
            <a:xfrm>
              <a:off x="-101696" y="3033236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/>
            <p:cNvCxnSpPr/>
            <p:nvPr userDrawn="1"/>
          </p:nvCxnSpPr>
          <p:spPr bwMode="gray">
            <a:xfrm>
              <a:off x="-101696" y="3213414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/>
            <p:cNvCxnSpPr/>
            <p:nvPr userDrawn="1"/>
          </p:nvCxnSpPr>
          <p:spPr bwMode="gray">
            <a:xfrm>
              <a:off x="-74242" y="4799965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/>
            <p:cNvCxnSpPr/>
            <p:nvPr userDrawn="1"/>
          </p:nvCxnSpPr>
          <p:spPr bwMode="gray">
            <a:xfrm>
              <a:off x="-74242" y="498014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/>
            <p:cNvCxnSpPr/>
            <p:nvPr userDrawn="1"/>
          </p:nvCxnSpPr>
          <p:spPr bwMode="gray">
            <a:xfrm>
              <a:off x="-101696" y="-494980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/>
            <p:cNvCxnSpPr/>
            <p:nvPr userDrawn="1"/>
          </p:nvCxnSpPr>
          <p:spPr bwMode="gray">
            <a:xfrm>
              <a:off x="-101696" y="-31480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/>
            <p:cNvCxnSpPr/>
            <p:nvPr userDrawn="1"/>
          </p:nvCxnSpPr>
          <p:spPr bwMode="gray">
            <a:xfrm>
              <a:off x="-101696" y="-2258691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/>
            <p:cNvCxnSpPr/>
            <p:nvPr userDrawn="1"/>
          </p:nvCxnSpPr>
          <p:spPr bwMode="gray">
            <a:xfrm>
              <a:off x="-101696" y="-207851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/>
            <p:cNvCxnSpPr/>
            <p:nvPr userDrawn="1"/>
          </p:nvCxnSpPr>
          <p:spPr bwMode="gray">
            <a:xfrm>
              <a:off x="-101696" y="-380650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9" name="Group 48"/>
          <p:cNvGrpSpPr/>
          <p:nvPr/>
        </p:nvGrpSpPr>
        <p:grpSpPr bwMode="gray">
          <a:xfrm rot="5400000">
            <a:off x="4520765" y="826438"/>
            <a:ext cx="99454" cy="8786645"/>
            <a:chOff x="-101696" y="-3806503"/>
            <a:chExt cx="99454" cy="8786646"/>
          </a:xfrm>
        </p:grpSpPr>
        <p:cxnSp>
          <p:nvCxnSpPr>
            <p:cNvPr id="50" name="Straight Connector 49"/>
            <p:cNvCxnSpPr/>
            <p:nvPr userDrawn="1"/>
          </p:nvCxnSpPr>
          <p:spPr bwMode="gray">
            <a:xfrm>
              <a:off x="-101696" y="1271431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/>
            <p:cNvCxnSpPr/>
            <p:nvPr userDrawn="1"/>
          </p:nvCxnSpPr>
          <p:spPr bwMode="gray">
            <a:xfrm>
              <a:off x="-101696" y="1451609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/>
            <p:cNvCxnSpPr/>
            <p:nvPr userDrawn="1"/>
          </p:nvCxnSpPr>
          <p:spPr bwMode="gray">
            <a:xfrm>
              <a:off x="-101696" y="3033236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/>
            <p:cNvCxnSpPr/>
            <p:nvPr userDrawn="1"/>
          </p:nvCxnSpPr>
          <p:spPr bwMode="gray">
            <a:xfrm>
              <a:off x="-101696" y="3213414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/>
            <p:cNvCxnSpPr/>
            <p:nvPr userDrawn="1"/>
          </p:nvCxnSpPr>
          <p:spPr bwMode="gray">
            <a:xfrm>
              <a:off x="-74242" y="4799965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/>
            <p:cNvCxnSpPr/>
            <p:nvPr userDrawn="1"/>
          </p:nvCxnSpPr>
          <p:spPr bwMode="gray">
            <a:xfrm>
              <a:off x="-74242" y="498014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/>
            <p:cNvCxnSpPr/>
            <p:nvPr userDrawn="1"/>
          </p:nvCxnSpPr>
          <p:spPr bwMode="gray">
            <a:xfrm>
              <a:off x="-101696" y="-494980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/>
            <p:cNvCxnSpPr/>
            <p:nvPr userDrawn="1"/>
          </p:nvCxnSpPr>
          <p:spPr bwMode="gray">
            <a:xfrm>
              <a:off x="-101696" y="-31480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/>
            <p:cNvCxnSpPr/>
            <p:nvPr userDrawn="1"/>
          </p:nvCxnSpPr>
          <p:spPr bwMode="gray">
            <a:xfrm>
              <a:off x="-101696" y="-2258691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/>
            <p:cNvCxnSpPr/>
            <p:nvPr userDrawn="1"/>
          </p:nvCxnSpPr>
          <p:spPr bwMode="gray">
            <a:xfrm>
              <a:off x="-101696" y="-207851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/>
            <p:cNvCxnSpPr/>
            <p:nvPr userDrawn="1"/>
          </p:nvCxnSpPr>
          <p:spPr bwMode="gray">
            <a:xfrm>
              <a:off x="-101696" y="-380650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49" name="Rectangle 2048"/>
          <p:cNvSpPr/>
          <p:nvPr/>
        </p:nvSpPr>
        <p:spPr bwMode="gray">
          <a:xfrm>
            <a:off x="7308304" y="2391730"/>
            <a:ext cx="1440160" cy="165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noProof="0" dirty="0"/>
          </a:p>
        </p:txBody>
      </p:sp>
      <p:sp>
        <p:nvSpPr>
          <p:cNvPr id="66" name="Rectangle 65"/>
          <p:cNvSpPr/>
          <p:nvPr/>
        </p:nvSpPr>
        <p:spPr bwMode="gray">
          <a:xfrm>
            <a:off x="177170" y="1031579"/>
            <a:ext cx="7238834" cy="25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noProof="0" dirty="0"/>
          </a:p>
        </p:txBody>
      </p:sp>
      <p:sp>
        <p:nvSpPr>
          <p:cNvPr id="64" name="Rectangle 2048"/>
          <p:cNvSpPr/>
          <p:nvPr/>
        </p:nvSpPr>
        <p:spPr bwMode="gray">
          <a:xfrm>
            <a:off x="7596336" y="866274"/>
            <a:ext cx="1440160" cy="165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noProof="0" dirty="0"/>
          </a:p>
        </p:txBody>
      </p:sp>
      <p:sp>
        <p:nvSpPr>
          <p:cNvPr id="3" name="Text Placeholder 7">
            <a:extLst>
              <a:ext uri="{FF2B5EF4-FFF2-40B4-BE49-F238E27FC236}">
                <a16:creationId xmlns:a16="http://schemas.microsoft.com/office/drawing/2014/main" id="{70937C7D-7970-2DD0-9416-2BD2CE9F7DD8}"/>
              </a:ext>
            </a:extLst>
          </p:cNvPr>
          <p:cNvSpPr txBox="1">
            <a:spLocks/>
          </p:cNvSpPr>
          <p:nvPr userDrawn="1"/>
        </p:nvSpPr>
        <p:spPr>
          <a:xfrm>
            <a:off x="7416675" y="3562452"/>
            <a:ext cx="1547813" cy="521465"/>
          </a:xfrm>
          <a:prstGeom prst="rect">
            <a:avLst/>
          </a:prstGeom>
        </p:spPr>
        <p:txBody>
          <a:bodyPr lIns="0" tIns="0" anchor="b" anchorCtr="0"/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05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68288" indent="-268288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80000"/>
              <a:buFont typeface="Arial" panose="020B0604020202020204" pitchFamily="34" charset="0"/>
              <a:buChar char="■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6575" indent="-268288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80000"/>
              <a:buFont typeface="Arial" panose="020B0604020202020204" pitchFamily="34" charset="0"/>
              <a:buChar char="□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6450" indent="-269875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0000" indent="-27000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+mj-lt"/>
              <a:buAutoNum type="arabicPeriod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40000" indent="-27000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+mj-lt"/>
              <a:buAutoNum type="alphaLcParenR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None/>
              <a:defRPr sz="160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None/>
              <a:defRPr sz="1600" b="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None/>
              <a:defRPr sz="1600" b="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900" noProof="0" dirty="0"/>
              <a:t>Advanced Probabilistic Machine Learning</a:t>
            </a:r>
          </a:p>
        </p:txBody>
      </p:sp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E6D6BE21-07EB-2A7A-3514-3C5C9A0F9F57}"/>
              </a:ext>
            </a:extLst>
          </p:cNvPr>
          <p:cNvSpPr txBox="1">
            <a:spLocks/>
          </p:cNvSpPr>
          <p:nvPr userDrawn="1"/>
        </p:nvSpPr>
        <p:spPr>
          <a:xfrm>
            <a:off x="7416488" y="4155928"/>
            <a:ext cx="1548000" cy="476395"/>
          </a:xfrm>
          <a:prstGeom prst="rect">
            <a:avLst/>
          </a:prstGeom>
        </p:spPr>
        <p:txBody>
          <a:bodyPr lIns="108000" tIns="0" anchor="t" anchorCtr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000" b="0" i="1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 marL="268288" indent="-268288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80000"/>
              <a:buFont typeface="Arial" panose="020B0604020202020204" pitchFamily="34" charset="0"/>
              <a:buChar char="■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6575" indent="-268288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80000"/>
              <a:buFont typeface="Arial" panose="020B0604020202020204" pitchFamily="34" charset="0"/>
              <a:buChar char="□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6450" indent="-269875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0000" indent="-27000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+mj-lt"/>
              <a:buAutoNum type="arabicPeriod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40000" indent="-27000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+mj-lt"/>
              <a:buAutoNum type="alphaLcParenR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None/>
              <a:defRPr sz="160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None/>
              <a:defRPr sz="1600" b="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None/>
              <a:defRPr sz="1600" b="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800" noProof="0" dirty="0"/>
              <a:t>Unit 3 –</a:t>
            </a:r>
            <a:r>
              <a:rPr lang="en-US" sz="800" noProof="0" dirty="0"/>
              <a:t> Graphical Models</a:t>
            </a:r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31263011-02B0-D99B-96F0-5F8F5F6662F7}"/>
              </a:ext>
            </a:extLst>
          </p:cNvPr>
          <p:cNvSpPr txBox="1">
            <a:spLocks/>
          </p:cNvSpPr>
          <p:nvPr userDrawn="1"/>
        </p:nvSpPr>
        <p:spPr>
          <a:xfrm>
            <a:off x="7416488" y="4623195"/>
            <a:ext cx="1548000" cy="179496"/>
          </a:xfrm>
          <a:prstGeom prst="rect">
            <a:avLst/>
          </a:prstGeom>
        </p:spPr>
        <p:txBody>
          <a:bodyPr lIns="108000" tIns="0" anchor="b" anchorCtr="0"/>
          <a:lstStyle>
            <a:lvl1pPr marL="0" indent="0" algn="r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050" b="1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68288" indent="-268288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80000"/>
              <a:buFont typeface="Arial" panose="020B0604020202020204" pitchFamily="34" charset="0"/>
              <a:buChar char="■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6575" indent="-268288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80000"/>
              <a:buFont typeface="Arial" panose="020B0604020202020204" pitchFamily="34" charset="0"/>
              <a:buChar char="□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6450" indent="-269875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0000" indent="-27000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+mj-lt"/>
              <a:buAutoNum type="arabicPeriod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40000" indent="-27000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+mj-lt"/>
              <a:buAutoNum type="alphaLcParenR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None/>
              <a:defRPr sz="160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None/>
              <a:defRPr sz="1600" b="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None/>
              <a:defRPr sz="1600" b="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AE68F2E-2A8C-D34D-8DDE-B2849ECC962F}" type="slidenum">
              <a:rPr lang="de-DE" sz="700" noProof="0" smtClean="0"/>
              <a:pPr/>
              <a:t>‹#›</a:t>
            </a:fld>
            <a:r>
              <a:rPr lang="de-DE" sz="700" noProof="0" dirty="0"/>
              <a:t>/25</a:t>
            </a:r>
          </a:p>
        </p:txBody>
      </p:sp>
      <p:pic>
        <p:nvPicPr>
          <p:cNvPr id="6" name="Grafik 28">
            <a:extLst>
              <a:ext uri="{FF2B5EF4-FFF2-40B4-BE49-F238E27FC236}">
                <a16:creationId xmlns:a16="http://schemas.microsoft.com/office/drawing/2014/main" id="{0030E6E4-E302-1D7B-703C-E754385BD918}"/>
              </a:ext>
            </a:extLst>
          </p:cNvPr>
          <p:cNvPicPr>
            <a:picLocks noChangeAspect="1"/>
          </p:cNvPicPr>
          <p:nvPr userDrawn="1"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49665" y="239817"/>
            <a:ext cx="1308999" cy="741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0693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8" r:id="rId2"/>
    <p:sldLayoutId id="2147483651" r:id="rId3"/>
    <p:sldLayoutId id="2147483659" r:id="rId4"/>
    <p:sldLayoutId id="2147483662" r:id="rId5"/>
    <p:sldLayoutId id="2147483650" r:id="rId6"/>
    <p:sldLayoutId id="2147483664" r:id="rId7"/>
    <p:sldLayoutId id="2147483652" r:id="rId8"/>
    <p:sldLayoutId id="2147483653" r:id="rId9"/>
    <p:sldLayoutId id="2147483660" r:id="rId10"/>
    <p:sldLayoutId id="2147483654" r:id="rId11"/>
    <p:sldLayoutId id="2147483655" r:id="rId12"/>
    <p:sldLayoutId id="2147483656" r:id="rId13"/>
    <p:sldLayoutId id="2147483657" r:id="rId14"/>
    <p:sldLayoutId id="2147483665" r:id="rId15"/>
    <p:sldLayoutId id="2147483663" r:id="rId16"/>
  </p:sldLayoutIdLst>
  <p:transition>
    <p:fade/>
  </p:transition>
  <p:hf hdr="0"/>
  <p:txStyles>
    <p:titleStyle>
      <a:lvl1pPr algn="l" defTabSz="914400" rtl="0" eaLnBrk="1" latinLnBrk="0" hangingPunct="1">
        <a:spcBef>
          <a:spcPct val="0"/>
        </a:spcBef>
        <a:buNone/>
        <a:defRPr sz="2000" kern="1200" baseline="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268288" indent="-268288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Clr>
          <a:schemeClr val="accent1"/>
        </a:buClr>
        <a:buSzPct val="80000"/>
        <a:buFont typeface="Arial" panose="020B0604020202020204" pitchFamily="34" charset="0"/>
        <a:buChar char="■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536575" indent="-268288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Clr>
          <a:schemeClr val="accent1"/>
        </a:buClr>
        <a:buSzPct val="80000"/>
        <a:buFont typeface="Arial" panose="020B0604020202020204" pitchFamily="34" charset="0"/>
        <a:buChar char="□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806450" indent="-269875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Clr>
          <a:schemeClr val="accent1"/>
        </a:buClr>
        <a:buSzPct val="100000"/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70000" indent="-270000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Clr>
          <a:schemeClr val="accent1"/>
        </a:buClr>
        <a:buSzPct val="100000"/>
        <a:buFont typeface="+mj-lt"/>
        <a:buAutoNum type="arabicPeriod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540000" indent="-270000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Clr>
          <a:schemeClr val="accent1"/>
        </a:buClr>
        <a:buSzPct val="100000"/>
        <a:buFont typeface="+mj-lt"/>
        <a:buAutoNum type="alphaLcParenR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400" rtl="0" eaLnBrk="1" latinLnBrk="0" hangingPunct="1">
        <a:lnSpc>
          <a:spcPct val="100000"/>
        </a:lnSpc>
        <a:spcBef>
          <a:spcPts val="400"/>
        </a:spcBef>
        <a:spcAft>
          <a:spcPts val="400"/>
        </a:spcAft>
        <a:buClr>
          <a:schemeClr val="accent1"/>
        </a:buClr>
        <a:buSzPct val="90000"/>
        <a:buFont typeface="Arial" panose="020B0604020202020204" pitchFamily="34" charset="0"/>
        <a:buNone/>
        <a:defRPr sz="1600" kern="1200" cap="all" baseline="0">
          <a:solidFill>
            <a:schemeClr val="accent1"/>
          </a:solidFill>
          <a:latin typeface="+mn-lt"/>
          <a:ea typeface="+mn-ea"/>
          <a:cs typeface="+mn-cs"/>
        </a:defRPr>
      </a:lvl7pPr>
      <a:lvl8pPr marL="0" indent="0" algn="l" defTabSz="914400" rtl="0" eaLnBrk="1" latinLnBrk="0" hangingPunct="1">
        <a:lnSpc>
          <a:spcPct val="100000"/>
        </a:lnSpc>
        <a:spcBef>
          <a:spcPts val="400"/>
        </a:spcBef>
        <a:spcAft>
          <a:spcPts val="400"/>
        </a:spcAft>
        <a:buFont typeface="Arial" panose="020B0604020202020204" pitchFamily="34" charset="0"/>
        <a:buNone/>
        <a:defRPr sz="1600" b="0" kern="1200" cap="all" baseline="0">
          <a:solidFill>
            <a:schemeClr val="accent1"/>
          </a:solidFill>
          <a:latin typeface="+mn-lt"/>
          <a:ea typeface="+mn-ea"/>
          <a:cs typeface="+mn-cs"/>
        </a:defRPr>
      </a:lvl8pPr>
      <a:lvl9pPr marL="0" indent="0" algn="l" defTabSz="914400" rtl="0" eaLnBrk="1" latinLnBrk="0" hangingPunct="1">
        <a:lnSpc>
          <a:spcPct val="100000"/>
        </a:lnSpc>
        <a:spcBef>
          <a:spcPts val="400"/>
        </a:spcBef>
        <a:spcAft>
          <a:spcPts val="400"/>
        </a:spcAft>
        <a:buFont typeface="Arial" panose="020B0604020202020204" pitchFamily="34" charset="0"/>
        <a:buNone/>
        <a:defRPr sz="1600" b="0" kern="1200" cap="all" baseline="0">
          <a:solidFill>
            <a:schemeClr val="accent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18" Type="http://schemas.openxmlformats.org/officeDocument/2006/relationships/image" Target="../media/image1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17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5" Type="http://schemas.openxmlformats.org/officeDocument/2006/relationships/image" Target="../media/image16.png"/><Relationship Id="rId10" Type="http://schemas.openxmlformats.org/officeDocument/2006/relationships/image" Target="../media/image11.png"/><Relationship Id="rId19" Type="http://schemas.openxmlformats.org/officeDocument/2006/relationships/image" Target="../media/image20.png"/><Relationship Id="rId4" Type="http://schemas.openxmlformats.org/officeDocument/2006/relationships/image" Target="../media/image5.png"/><Relationship Id="rId9" Type="http://schemas.openxmlformats.org/officeDocument/2006/relationships/image" Target="../media/image10.png"/><Relationship Id="rId1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13" Type="http://schemas.openxmlformats.org/officeDocument/2006/relationships/image" Target="../media/image32.png"/><Relationship Id="rId18" Type="http://schemas.openxmlformats.org/officeDocument/2006/relationships/image" Target="../media/image37.pn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12" Type="http://schemas.openxmlformats.org/officeDocument/2006/relationships/image" Target="../media/image31.png"/><Relationship Id="rId17" Type="http://schemas.openxmlformats.org/officeDocument/2006/relationships/image" Target="../media/image36.png"/><Relationship Id="rId2" Type="http://schemas.openxmlformats.org/officeDocument/2006/relationships/image" Target="../media/image23.png"/><Relationship Id="rId16" Type="http://schemas.openxmlformats.org/officeDocument/2006/relationships/image" Target="../media/image3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5.png"/><Relationship Id="rId11" Type="http://schemas.openxmlformats.org/officeDocument/2006/relationships/image" Target="../media/image30.png"/><Relationship Id="rId5" Type="http://schemas.openxmlformats.org/officeDocument/2006/relationships/image" Target="../media/image24.png"/><Relationship Id="rId15" Type="http://schemas.openxmlformats.org/officeDocument/2006/relationships/image" Target="../media/image34.png"/><Relationship Id="rId10" Type="http://schemas.openxmlformats.org/officeDocument/2006/relationships/image" Target="../media/image29.png"/><Relationship Id="rId4" Type="http://schemas.openxmlformats.org/officeDocument/2006/relationships/image" Target="../media/image2310.png"/><Relationship Id="rId9" Type="http://schemas.openxmlformats.org/officeDocument/2006/relationships/image" Target="../media/image28.png"/><Relationship Id="rId14" Type="http://schemas.openxmlformats.org/officeDocument/2006/relationships/image" Target="../media/image3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image" Target="../media/image39.png"/><Relationship Id="rId7" Type="http://schemas.openxmlformats.org/officeDocument/2006/relationships/image" Target="../media/image43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2.png"/><Relationship Id="rId11" Type="http://schemas.openxmlformats.org/officeDocument/2006/relationships/image" Target="../media/image47.png"/><Relationship Id="rId5" Type="http://schemas.openxmlformats.org/officeDocument/2006/relationships/image" Target="../media/image41.png"/><Relationship Id="rId10" Type="http://schemas.openxmlformats.org/officeDocument/2006/relationships/image" Target="../media/image46.png"/><Relationship Id="rId4" Type="http://schemas.openxmlformats.org/officeDocument/2006/relationships/image" Target="../media/image40.png"/><Relationship Id="rId9" Type="http://schemas.openxmlformats.org/officeDocument/2006/relationships/image" Target="../media/image45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13" Type="http://schemas.openxmlformats.org/officeDocument/2006/relationships/image" Target="../media/image58.png"/><Relationship Id="rId18" Type="http://schemas.openxmlformats.org/officeDocument/2006/relationships/image" Target="../media/image63.png"/><Relationship Id="rId26" Type="http://schemas.openxmlformats.org/officeDocument/2006/relationships/image" Target="../media/image71.png"/><Relationship Id="rId3" Type="http://schemas.openxmlformats.org/officeDocument/2006/relationships/image" Target="../media/image48.png"/><Relationship Id="rId21" Type="http://schemas.openxmlformats.org/officeDocument/2006/relationships/image" Target="../media/image66.png"/><Relationship Id="rId7" Type="http://schemas.openxmlformats.org/officeDocument/2006/relationships/image" Target="../media/image52.png"/><Relationship Id="rId12" Type="http://schemas.openxmlformats.org/officeDocument/2006/relationships/image" Target="../media/image57.png"/><Relationship Id="rId17" Type="http://schemas.openxmlformats.org/officeDocument/2006/relationships/image" Target="../media/image62.png"/><Relationship Id="rId25" Type="http://schemas.openxmlformats.org/officeDocument/2006/relationships/image" Target="../media/image70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61.png"/><Relationship Id="rId20" Type="http://schemas.openxmlformats.org/officeDocument/2006/relationships/image" Target="../media/image65.png"/><Relationship Id="rId29" Type="http://schemas.openxmlformats.org/officeDocument/2006/relationships/image" Target="../media/image7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1.png"/><Relationship Id="rId11" Type="http://schemas.openxmlformats.org/officeDocument/2006/relationships/image" Target="../media/image56.png"/><Relationship Id="rId24" Type="http://schemas.openxmlformats.org/officeDocument/2006/relationships/image" Target="../media/image69.png"/><Relationship Id="rId32" Type="http://schemas.openxmlformats.org/officeDocument/2006/relationships/image" Target="../media/image77.png"/><Relationship Id="rId5" Type="http://schemas.openxmlformats.org/officeDocument/2006/relationships/image" Target="../media/image50.png"/><Relationship Id="rId15" Type="http://schemas.openxmlformats.org/officeDocument/2006/relationships/image" Target="../media/image60.png"/><Relationship Id="rId23" Type="http://schemas.openxmlformats.org/officeDocument/2006/relationships/image" Target="../media/image68.png"/><Relationship Id="rId28" Type="http://schemas.openxmlformats.org/officeDocument/2006/relationships/image" Target="../media/image73.png"/><Relationship Id="rId10" Type="http://schemas.openxmlformats.org/officeDocument/2006/relationships/image" Target="../media/image55.png"/><Relationship Id="rId19" Type="http://schemas.openxmlformats.org/officeDocument/2006/relationships/image" Target="../media/image64.png"/><Relationship Id="rId31" Type="http://schemas.openxmlformats.org/officeDocument/2006/relationships/image" Target="../media/image76.png"/><Relationship Id="rId4" Type="http://schemas.openxmlformats.org/officeDocument/2006/relationships/image" Target="../media/image49.png"/><Relationship Id="rId9" Type="http://schemas.openxmlformats.org/officeDocument/2006/relationships/image" Target="../media/image54.png"/><Relationship Id="rId14" Type="http://schemas.openxmlformats.org/officeDocument/2006/relationships/image" Target="../media/image59.png"/><Relationship Id="rId22" Type="http://schemas.openxmlformats.org/officeDocument/2006/relationships/image" Target="../media/image67.png"/><Relationship Id="rId27" Type="http://schemas.openxmlformats.org/officeDocument/2006/relationships/image" Target="../media/image72.png"/><Relationship Id="rId30" Type="http://schemas.openxmlformats.org/officeDocument/2006/relationships/image" Target="../media/image7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2.png"/><Relationship Id="rId5" Type="http://schemas.openxmlformats.org/officeDocument/2006/relationships/image" Target="../media/image81.png"/><Relationship Id="rId4" Type="http://schemas.openxmlformats.org/officeDocument/2006/relationships/image" Target="../media/image80.png"/></Relationships>
</file>

<file path=ppt/slides/_rels/slide1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94.png"/><Relationship Id="rId18" Type="http://schemas.openxmlformats.org/officeDocument/2006/relationships/image" Target="../media/image99.png"/><Relationship Id="rId26" Type="http://schemas.openxmlformats.org/officeDocument/2006/relationships/image" Target="../media/image107.png"/><Relationship Id="rId3" Type="http://schemas.openxmlformats.org/officeDocument/2006/relationships/image" Target="../media/image84.png"/><Relationship Id="rId21" Type="http://schemas.openxmlformats.org/officeDocument/2006/relationships/image" Target="../media/image102.svg"/><Relationship Id="rId7" Type="http://schemas.openxmlformats.org/officeDocument/2006/relationships/image" Target="../media/image88.png"/><Relationship Id="rId12" Type="http://schemas.openxmlformats.org/officeDocument/2006/relationships/image" Target="../media/image93.png"/><Relationship Id="rId17" Type="http://schemas.openxmlformats.org/officeDocument/2006/relationships/image" Target="../media/image98.svg"/><Relationship Id="rId25" Type="http://schemas.openxmlformats.org/officeDocument/2006/relationships/image" Target="../media/image106.svg"/><Relationship Id="rId33" Type="http://schemas.openxmlformats.org/officeDocument/2006/relationships/image" Target="../media/image114.png"/><Relationship Id="rId2" Type="http://schemas.openxmlformats.org/officeDocument/2006/relationships/image" Target="../media/image83.png"/><Relationship Id="rId16" Type="http://schemas.openxmlformats.org/officeDocument/2006/relationships/image" Target="../media/image97.png"/><Relationship Id="rId20" Type="http://schemas.openxmlformats.org/officeDocument/2006/relationships/image" Target="../media/image101.png"/><Relationship Id="rId29" Type="http://schemas.openxmlformats.org/officeDocument/2006/relationships/image" Target="../media/image110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7.png"/><Relationship Id="rId11" Type="http://schemas.openxmlformats.org/officeDocument/2006/relationships/image" Target="../media/image92.png"/><Relationship Id="rId24" Type="http://schemas.openxmlformats.org/officeDocument/2006/relationships/image" Target="../media/image105.png"/><Relationship Id="rId32" Type="http://schemas.openxmlformats.org/officeDocument/2006/relationships/image" Target="../media/image113.svg"/><Relationship Id="rId5" Type="http://schemas.openxmlformats.org/officeDocument/2006/relationships/image" Target="../media/image86.png"/><Relationship Id="rId15" Type="http://schemas.openxmlformats.org/officeDocument/2006/relationships/image" Target="../media/image96.svg"/><Relationship Id="rId23" Type="http://schemas.openxmlformats.org/officeDocument/2006/relationships/image" Target="../media/image104.svg"/><Relationship Id="rId28" Type="http://schemas.openxmlformats.org/officeDocument/2006/relationships/image" Target="../media/image109.png"/><Relationship Id="rId10" Type="http://schemas.openxmlformats.org/officeDocument/2006/relationships/image" Target="../media/image91.png"/><Relationship Id="rId19" Type="http://schemas.openxmlformats.org/officeDocument/2006/relationships/image" Target="../media/image100.svg"/><Relationship Id="rId31" Type="http://schemas.openxmlformats.org/officeDocument/2006/relationships/image" Target="../media/image112.png"/><Relationship Id="rId4" Type="http://schemas.openxmlformats.org/officeDocument/2006/relationships/image" Target="../media/image85.png"/><Relationship Id="rId9" Type="http://schemas.openxmlformats.org/officeDocument/2006/relationships/image" Target="../media/image90.png"/><Relationship Id="rId14" Type="http://schemas.openxmlformats.org/officeDocument/2006/relationships/image" Target="../media/image95.png"/><Relationship Id="rId22" Type="http://schemas.openxmlformats.org/officeDocument/2006/relationships/image" Target="../media/image103.png"/><Relationship Id="rId27" Type="http://schemas.openxmlformats.org/officeDocument/2006/relationships/image" Target="../media/image108.svg"/><Relationship Id="rId30" Type="http://schemas.openxmlformats.org/officeDocument/2006/relationships/image" Target="../media/image111.png"/><Relationship Id="rId8" Type="http://schemas.openxmlformats.org/officeDocument/2006/relationships/image" Target="../media/image89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0.png"/><Relationship Id="rId13" Type="http://schemas.openxmlformats.org/officeDocument/2006/relationships/image" Target="../media/image94.png"/><Relationship Id="rId18" Type="http://schemas.openxmlformats.org/officeDocument/2006/relationships/image" Target="../media/image119.png"/><Relationship Id="rId26" Type="http://schemas.openxmlformats.org/officeDocument/2006/relationships/image" Target="../media/image127.png"/><Relationship Id="rId3" Type="http://schemas.openxmlformats.org/officeDocument/2006/relationships/image" Target="../media/image84.png"/><Relationship Id="rId21" Type="http://schemas.openxmlformats.org/officeDocument/2006/relationships/image" Target="../media/image122.svg"/><Relationship Id="rId7" Type="http://schemas.openxmlformats.org/officeDocument/2006/relationships/image" Target="../media/image89.png"/><Relationship Id="rId17" Type="http://schemas.openxmlformats.org/officeDocument/2006/relationships/image" Target="../media/image118.svg"/><Relationship Id="rId25" Type="http://schemas.openxmlformats.org/officeDocument/2006/relationships/image" Target="../media/image126.svg"/><Relationship Id="rId33" Type="http://schemas.openxmlformats.org/officeDocument/2006/relationships/image" Target="../media/image134.png"/><Relationship Id="rId2" Type="http://schemas.openxmlformats.org/officeDocument/2006/relationships/image" Target="../media/image83.png"/><Relationship Id="rId16" Type="http://schemas.openxmlformats.org/officeDocument/2006/relationships/image" Target="../media/image117.png"/><Relationship Id="rId20" Type="http://schemas.openxmlformats.org/officeDocument/2006/relationships/image" Target="../media/image121.png"/><Relationship Id="rId29" Type="http://schemas.openxmlformats.org/officeDocument/2006/relationships/image" Target="../media/image130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7.png"/><Relationship Id="rId11" Type="http://schemas.openxmlformats.org/officeDocument/2006/relationships/image" Target="../media/image93.png"/><Relationship Id="rId24" Type="http://schemas.openxmlformats.org/officeDocument/2006/relationships/image" Target="../media/image125.png"/><Relationship Id="rId32" Type="http://schemas.openxmlformats.org/officeDocument/2006/relationships/image" Target="../media/image133.png"/><Relationship Id="rId5" Type="http://schemas.openxmlformats.org/officeDocument/2006/relationships/image" Target="../media/image86.png"/><Relationship Id="rId15" Type="http://schemas.openxmlformats.org/officeDocument/2006/relationships/image" Target="../media/image116.svg"/><Relationship Id="rId23" Type="http://schemas.openxmlformats.org/officeDocument/2006/relationships/image" Target="../media/image124.svg"/><Relationship Id="rId28" Type="http://schemas.openxmlformats.org/officeDocument/2006/relationships/image" Target="../media/image129.png"/><Relationship Id="rId10" Type="http://schemas.openxmlformats.org/officeDocument/2006/relationships/image" Target="../media/image92.png"/><Relationship Id="rId19" Type="http://schemas.openxmlformats.org/officeDocument/2006/relationships/image" Target="../media/image120.svg"/><Relationship Id="rId31" Type="http://schemas.openxmlformats.org/officeDocument/2006/relationships/image" Target="../media/image132.svg"/><Relationship Id="rId4" Type="http://schemas.openxmlformats.org/officeDocument/2006/relationships/image" Target="../media/image85.png"/><Relationship Id="rId9" Type="http://schemas.openxmlformats.org/officeDocument/2006/relationships/image" Target="../media/image91.png"/><Relationship Id="rId14" Type="http://schemas.openxmlformats.org/officeDocument/2006/relationships/image" Target="../media/image115.png"/><Relationship Id="rId22" Type="http://schemas.openxmlformats.org/officeDocument/2006/relationships/image" Target="../media/image123.png"/><Relationship Id="rId27" Type="http://schemas.openxmlformats.org/officeDocument/2006/relationships/image" Target="../media/image128.svg"/><Relationship Id="rId30" Type="http://schemas.openxmlformats.org/officeDocument/2006/relationships/image" Target="../media/image131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2.png"/><Relationship Id="rId13" Type="http://schemas.openxmlformats.org/officeDocument/2006/relationships/image" Target="../media/image145.png"/><Relationship Id="rId18" Type="http://schemas.openxmlformats.org/officeDocument/2006/relationships/image" Target="../media/image148.png"/><Relationship Id="rId3" Type="http://schemas.openxmlformats.org/officeDocument/2006/relationships/image" Target="../media/image137.png"/><Relationship Id="rId7" Type="http://schemas.openxmlformats.org/officeDocument/2006/relationships/image" Target="../media/image141.png"/><Relationship Id="rId12" Type="http://schemas.openxmlformats.org/officeDocument/2006/relationships/image" Target="../media/image144.png"/><Relationship Id="rId17" Type="http://schemas.openxmlformats.org/officeDocument/2006/relationships/image" Target="../media/image147.png"/><Relationship Id="rId2" Type="http://schemas.openxmlformats.org/officeDocument/2006/relationships/image" Target="../media/image530.png"/><Relationship Id="rId16" Type="http://schemas.openxmlformats.org/officeDocument/2006/relationships/image" Target="../media/image146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0.png"/><Relationship Id="rId11" Type="http://schemas.openxmlformats.org/officeDocument/2006/relationships/image" Target="../media/image143.png"/><Relationship Id="rId5" Type="http://schemas.openxmlformats.org/officeDocument/2006/relationships/image" Target="../media/image139.png"/><Relationship Id="rId15" Type="http://schemas.openxmlformats.org/officeDocument/2006/relationships/image" Target="../media/image520.png"/><Relationship Id="rId10" Type="http://schemas.openxmlformats.org/officeDocument/2006/relationships/image" Target="../media/image610.png"/><Relationship Id="rId4" Type="http://schemas.openxmlformats.org/officeDocument/2006/relationships/image" Target="../media/image138.png"/><Relationship Id="rId9" Type="http://schemas.openxmlformats.org/officeDocument/2006/relationships/image" Target="../media/image136.png"/><Relationship Id="rId14" Type="http://schemas.openxmlformats.org/officeDocument/2006/relationships/image" Target="../media/image146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30.png"/><Relationship Id="rId13" Type="http://schemas.openxmlformats.org/officeDocument/2006/relationships/image" Target="../media/image158.png"/><Relationship Id="rId18" Type="http://schemas.openxmlformats.org/officeDocument/2006/relationships/image" Target="../media/image163.png"/><Relationship Id="rId3" Type="http://schemas.openxmlformats.org/officeDocument/2006/relationships/image" Target="../media/image150.png"/><Relationship Id="rId7" Type="http://schemas.openxmlformats.org/officeDocument/2006/relationships/image" Target="../media/image750.png"/><Relationship Id="rId12" Type="http://schemas.openxmlformats.org/officeDocument/2006/relationships/image" Target="../media/image157.png"/><Relationship Id="rId17" Type="http://schemas.openxmlformats.org/officeDocument/2006/relationships/image" Target="../media/image162.png"/><Relationship Id="rId2" Type="http://schemas.openxmlformats.org/officeDocument/2006/relationships/image" Target="../media/image149.png"/><Relationship Id="rId16" Type="http://schemas.openxmlformats.org/officeDocument/2006/relationships/image" Target="../media/image16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3.png"/><Relationship Id="rId11" Type="http://schemas.openxmlformats.org/officeDocument/2006/relationships/image" Target="../media/image156.png"/><Relationship Id="rId5" Type="http://schemas.openxmlformats.org/officeDocument/2006/relationships/image" Target="../media/image152.png"/><Relationship Id="rId15" Type="http://schemas.openxmlformats.org/officeDocument/2006/relationships/image" Target="../media/image160.png"/><Relationship Id="rId10" Type="http://schemas.openxmlformats.org/officeDocument/2006/relationships/image" Target="../media/image155.png"/><Relationship Id="rId4" Type="http://schemas.openxmlformats.org/officeDocument/2006/relationships/image" Target="../media/image151.png"/><Relationship Id="rId9" Type="http://schemas.openxmlformats.org/officeDocument/2006/relationships/image" Target="../media/image154.png"/><Relationship Id="rId14" Type="http://schemas.openxmlformats.org/officeDocument/2006/relationships/image" Target="../media/image159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0.png"/><Relationship Id="rId13" Type="http://schemas.openxmlformats.org/officeDocument/2006/relationships/image" Target="../media/image175.png"/><Relationship Id="rId3" Type="http://schemas.openxmlformats.org/officeDocument/2006/relationships/image" Target="../media/image133.jpeg"/><Relationship Id="rId7" Type="http://schemas.openxmlformats.org/officeDocument/2006/relationships/image" Target="../media/image169.png"/><Relationship Id="rId12" Type="http://schemas.openxmlformats.org/officeDocument/2006/relationships/image" Target="../media/image174.png"/><Relationship Id="rId2" Type="http://schemas.openxmlformats.org/officeDocument/2006/relationships/image" Target="../media/image135.png"/><Relationship Id="rId16" Type="http://schemas.openxmlformats.org/officeDocument/2006/relationships/image" Target="../media/image17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8.png"/><Relationship Id="rId11" Type="http://schemas.openxmlformats.org/officeDocument/2006/relationships/image" Target="../media/image173.png"/><Relationship Id="rId5" Type="http://schemas.openxmlformats.org/officeDocument/2006/relationships/image" Target="../media/image167.png"/><Relationship Id="rId15" Type="http://schemas.openxmlformats.org/officeDocument/2006/relationships/image" Target="../media/image177.png"/><Relationship Id="rId10" Type="http://schemas.openxmlformats.org/officeDocument/2006/relationships/image" Target="../media/image172.png"/><Relationship Id="rId4" Type="http://schemas.openxmlformats.org/officeDocument/2006/relationships/image" Target="../media/image166.png"/><Relationship Id="rId9" Type="http://schemas.openxmlformats.org/officeDocument/2006/relationships/image" Target="../media/image171.png"/><Relationship Id="rId14" Type="http://schemas.openxmlformats.org/officeDocument/2006/relationships/image" Target="../media/image176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5.png"/><Relationship Id="rId13" Type="http://schemas.openxmlformats.org/officeDocument/2006/relationships/image" Target="../media/image190.png"/><Relationship Id="rId3" Type="http://schemas.openxmlformats.org/officeDocument/2006/relationships/image" Target="../media/image180.png"/><Relationship Id="rId7" Type="http://schemas.openxmlformats.org/officeDocument/2006/relationships/image" Target="../media/image184.png"/><Relationship Id="rId12" Type="http://schemas.openxmlformats.org/officeDocument/2006/relationships/image" Target="../media/image189.png"/><Relationship Id="rId2" Type="http://schemas.openxmlformats.org/officeDocument/2006/relationships/image" Target="../media/image17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3.png"/><Relationship Id="rId11" Type="http://schemas.openxmlformats.org/officeDocument/2006/relationships/image" Target="../media/image188.png"/><Relationship Id="rId5" Type="http://schemas.openxmlformats.org/officeDocument/2006/relationships/image" Target="../media/image182.png"/><Relationship Id="rId10" Type="http://schemas.openxmlformats.org/officeDocument/2006/relationships/image" Target="../media/image187.png"/><Relationship Id="rId4" Type="http://schemas.openxmlformats.org/officeDocument/2006/relationships/image" Target="../media/image181.png"/><Relationship Id="rId9" Type="http://schemas.openxmlformats.org/officeDocument/2006/relationships/image" Target="../media/image186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5.png"/><Relationship Id="rId13" Type="http://schemas.openxmlformats.org/officeDocument/2006/relationships/image" Target="../media/image200.png"/><Relationship Id="rId18" Type="http://schemas.openxmlformats.org/officeDocument/2006/relationships/image" Target="../media/image205.png"/><Relationship Id="rId3" Type="http://schemas.openxmlformats.org/officeDocument/2006/relationships/image" Target="../media/image165.png"/><Relationship Id="rId7" Type="http://schemas.openxmlformats.org/officeDocument/2006/relationships/image" Target="../media/image194.png"/><Relationship Id="rId12" Type="http://schemas.openxmlformats.org/officeDocument/2006/relationships/image" Target="../media/image199.png"/><Relationship Id="rId17" Type="http://schemas.openxmlformats.org/officeDocument/2006/relationships/image" Target="../media/image204.png"/><Relationship Id="rId2" Type="http://schemas.openxmlformats.org/officeDocument/2006/relationships/image" Target="../media/image164.png"/><Relationship Id="rId16" Type="http://schemas.openxmlformats.org/officeDocument/2006/relationships/image" Target="../media/image20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3.png"/><Relationship Id="rId11" Type="http://schemas.openxmlformats.org/officeDocument/2006/relationships/image" Target="../media/image198.png"/><Relationship Id="rId5" Type="http://schemas.openxmlformats.org/officeDocument/2006/relationships/image" Target="../media/image192.png"/><Relationship Id="rId15" Type="http://schemas.openxmlformats.org/officeDocument/2006/relationships/image" Target="../media/image202.png"/><Relationship Id="rId10" Type="http://schemas.openxmlformats.org/officeDocument/2006/relationships/image" Target="../media/image197.png"/><Relationship Id="rId4" Type="http://schemas.openxmlformats.org/officeDocument/2006/relationships/image" Target="../media/image191.png"/><Relationship Id="rId9" Type="http://schemas.openxmlformats.org/officeDocument/2006/relationships/image" Target="../media/image196.png"/><Relationship Id="rId14" Type="http://schemas.openxmlformats.org/officeDocument/2006/relationships/image" Target="../media/image201.png"/></Relationships>
</file>

<file path=ppt/slides/_rels/slide20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17.png"/><Relationship Id="rId18" Type="http://schemas.openxmlformats.org/officeDocument/2006/relationships/image" Target="../media/image222.png"/><Relationship Id="rId26" Type="http://schemas.openxmlformats.org/officeDocument/2006/relationships/image" Target="../media/image230.png"/><Relationship Id="rId39" Type="http://schemas.openxmlformats.org/officeDocument/2006/relationships/image" Target="../media/image243.png"/><Relationship Id="rId21" Type="http://schemas.openxmlformats.org/officeDocument/2006/relationships/image" Target="../media/image225.png"/><Relationship Id="rId34" Type="http://schemas.openxmlformats.org/officeDocument/2006/relationships/image" Target="../media/image238.png"/><Relationship Id="rId7" Type="http://schemas.openxmlformats.org/officeDocument/2006/relationships/image" Target="../media/image211.png"/><Relationship Id="rId2" Type="http://schemas.openxmlformats.org/officeDocument/2006/relationships/image" Target="../media/image206.png"/><Relationship Id="rId16" Type="http://schemas.openxmlformats.org/officeDocument/2006/relationships/image" Target="../media/image220.png"/><Relationship Id="rId20" Type="http://schemas.openxmlformats.org/officeDocument/2006/relationships/image" Target="../media/image224.png"/><Relationship Id="rId29" Type="http://schemas.openxmlformats.org/officeDocument/2006/relationships/image" Target="../media/image233.png"/><Relationship Id="rId41" Type="http://schemas.openxmlformats.org/officeDocument/2006/relationships/image" Target="../media/image24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0.png"/><Relationship Id="rId11" Type="http://schemas.openxmlformats.org/officeDocument/2006/relationships/image" Target="../media/image215.png"/><Relationship Id="rId24" Type="http://schemas.openxmlformats.org/officeDocument/2006/relationships/image" Target="../media/image228.png"/><Relationship Id="rId32" Type="http://schemas.openxmlformats.org/officeDocument/2006/relationships/image" Target="../media/image236.png"/><Relationship Id="rId37" Type="http://schemas.openxmlformats.org/officeDocument/2006/relationships/image" Target="../media/image241.png"/><Relationship Id="rId40" Type="http://schemas.openxmlformats.org/officeDocument/2006/relationships/image" Target="../media/image244.png"/><Relationship Id="rId5" Type="http://schemas.openxmlformats.org/officeDocument/2006/relationships/image" Target="../media/image209.png"/><Relationship Id="rId15" Type="http://schemas.openxmlformats.org/officeDocument/2006/relationships/image" Target="../media/image219.png"/><Relationship Id="rId23" Type="http://schemas.openxmlformats.org/officeDocument/2006/relationships/image" Target="../media/image227.png"/><Relationship Id="rId28" Type="http://schemas.openxmlformats.org/officeDocument/2006/relationships/image" Target="../media/image232.png"/><Relationship Id="rId36" Type="http://schemas.openxmlformats.org/officeDocument/2006/relationships/image" Target="../media/image240.png"/><Relationship Id="rId10" Type="http://schemas.openxmlformats.org/officeDocument/2006/relationships/image" Target="../media/image214.png"/><Relationship Id="rId19" Type="http://schemas.openxmlformats.org/officeDocument/2006/relationships/image" Target="../media/image223.png"/><Relationship Id="rId31" Type="http://schemas.openxmlformats.org/officeDocument/2006/relationships/image" Target="../media/image235.png"/><Relationship Id="rId4" Type="http://schemas.openxmlformats.org/officeDocument/2006/relationships/image" Target="../media/image208.png"/><Relationship Id="rId9" Type="http://schemas.openxmlformats.org/officeDocument/2006/relationships/image" Target="../media/image213.png"/><Relationship Id="rId14" Type="http://schemas.openxmlformats.org/officeDocument/2006/relationships/image" Target="../media/image218.png"/><Relationship Id="rId22" Type="http://schemas.openxmlformats.org/officeDocument/2006/relationships/image" Target="../media/image226.png"/><Relationship Id="rId27" Type="http://schemas.openxmlformats.org/officeDocument/2006/relationships/image" Target="../media/image231.png"/><Relationship Id="rId30" Type="http://schemas.openxmlformats.org/officeDocument/2006/relationships/image" Target="../media/image234.png"/><Relationship Id="rId35" Type="http://schemas.openxmlformats.org/officeDocument/2006/relationships/image" Target="../media/image239.png"/><Relationship Id="rId8" Type="http://schemas.openxmlformats.org/officeDocument/2006/relationships/image" Target="../media/image212.png"/><Relationship Id="rId3" Type="http://schemas.openxmlformats.org/officeDocument/2006/relationships/image" Target="../media/image207.png"/><Relationship Id="rId12" Type="http://schemas.openxmlformats.org/officeDocument/2006/relationships/image" Target="../media/image216.png"/><Relationship Id="rId17" Type="http://schemas.openxmlformats.org/officeDocument/2006/relationships/image" Target="../media/image221.png"/><Relationship Id="rId25" Type="http://schemas.openxmlformats.org/officeDocument/2006/relationships/image" Target="../media/image229.png"/><Relationship Id="rId33" Type="http://schemas.openxmlformats.org/officeDocument/2006/relationships/image" Target="../media/image237.png"/><Relationship Id="rId38" Type="http://schemas.openxmlformats.org/officeDocument/2006/relationships/image" Target="../media/image242.png"/></Relationships>
</file>

<file path=ppt/slides/_rels/slide2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57.png"/><Relationship Id="rId18" Type="http://schemas.openxmlformats.org/officeDocument/2006/relationships/image" Target="../media/image262.png"/><Relationship Id="rId26" Type="http://schemas.openxmlformats.org/officeDocument/2006/relationships/image" Target="../media/image270.png"/><Relationship Id="rId39" Type="http://schemas.openxmlformats.org/officeDocument/2006/relationships/image" Target="../media/image283.png"/><Relationship Id="rId21" Type="http://schemas.openxmlformats.org/officeDocument/2006/relationships/image" Target="../media/image265.png"/><Relationship Id="rId34" Type="http://schemas.openxmlformats.org/officeDocument/2006/relationships/image" Target="../media/image278.png"/><Relationship Id="rId42" Type="http://schemas.openxmlformats.org/officeDocument/2006/relationships/image" Target="../media/image286.png"/><Relationship Id="rId47" Type="http://schemas.openxmlformats.org/officeDocument/2006/relationships/image" Target="../media/image291.png"/><Relationship Id="rId7" Type="http://schemas.openxmlformats.org/officeDocument/2006/relationships/image" Target="../media/image251.png"/><Relationship Id="rId2" Type="http://schemas.openxmlformats.org/officeDocument/2006/relationships/image" Target="../media/image246.png"/><Relationship Id="rId16" Type="http://schemas.openxmlformats.org/officeDocument/2006/relationships/image" Target="../media/image260.png"/><Relationship Id="rId29" Type="http://schemas.openxmlformats.org/officeDocument/2006/relationships/image" Target="../media/image273.png"/><Relationship Id="rId11" Type="http://schemas.openxmlformats.org/officeDocument/2006/relationships/image" Target="../media/image255.png"/><Relationship Id="rId24" Type="http://schemas.openxmlformats.org/officeDocument/2006/relationships/image" Target="../media/image268.png"/><Relationship Id="rId32" Type="http://schemas.openxmlformats.org/officeDocument/2006/relationships/image" Target="../media/image276.png"/><Relationship Id="rId37" Type="http://schemas.openxmlformats.org/officeDocument/2006/relationships/image" Target="../media/image281.png"/><Relationship Id="rId40" Type="http://schemas.openxmlformats.org/officeDocument/2006/relationships/image" Target="../media/image284.png"/><Relationship Id="rId45" Type="http://schemas.openxmlformats.org/officeDocument/2006/relationships/image" Target="../media/image289.png"/><Relationship Id="rId5" Type="http://schemas.openxmlformats.org/officeDocument/2006/relationships/image" Target="../media/image249.png"/><Relationship Id="rId15" Type="http://schemas.openxmlformats.org/officeDocument/2006/relationships/image" Target="../media/image259.png"/><Relationship Id="rId23" Type="http://schemas.openxmlformats.org/officeDocument/2006/relationships/image" Target="../media/image267.png"/><Relationship Id="rId28" Type="http://schemas.openxmlformats.org/officeDocument/2006/relationships/image" Target="../media/image272.png"/><Relationship Id="rId36" Type="http://schemas.openxmlformats.org/officeDocument/2006/relationships/image" Target="../media/image280.png"/><Relationship Id="rId49" Type="http://schemas.openxmlformats.org/officeDocument/2006/relationships/image" Target="../media/image293.png"/><Relationship Id="rId10" Type="http://schemas.openxmlformats.org/officeDocument/2006/relationships/image" Target="../media/image254.png"/><Relationship Id="rId19" Type="http://schemas.openxmlformats.org/officeDocument/2006/relationships/image" Target="../media/image263.png"/><Relationship Id="rId31" Type="http://schemas.openxmlformats.org/officeDocument/2006/relationships/image" Target="../media/image275.png"/><Relationship Id="rId44" Type="http://schemas.openxmlformats.org/officeDocument/2006/relationships/image" Target="../media/image288.png"/><Relationship Id="rId4" Type="http://schemas.openxmlformats.org/officeDocument/2006/relationships/image" Target="../media/image248.png"/><Relationship Id="rId9" Type="http://schemas.openxmlformats.org/officeDocument/2006/relationships/image" Target="../media/image253.png"/><Relationship Id="rId14" Type="http://schemas.openxmlformats.org/officeDocument/2006/relationships/image" Target="../media/image258.png"/><Relationship Id="rId22" Type="http://schemas.openxmlformats.org/officeDocument/2006/relationships/image" Target="../media/image266.png"/><Relationship Id="rId27" Type="http://schemas.openxmlformats.org/officeDocument/2006/relationships/image" Target="../media/image271.png"/><Relationship Id="rId30" Type="http://schemas.openxmlformats.org/officeDocument/2006/relationships/image" Target="../media/image274.png"/><Relationship Id="rId35" Type="http://schemas.openxmlformats.org/officeDocument/2006/relationships/image" Target="../media/image279.png"/><Relationship Id="rId43" Type="http://schemas.openxmlformats.org/officeDocument/2006/relationships/image" Target="../media/image287.png"/><Relationship Id="rId48" Type="http://schemas.openxmlformats.org/officeDocument/2006/relationships/image" Target="../media/image292.png"/><Relationship Id="rId8" Type="http://schemas.openxmlformats.org/officeDocument/2006/relationships/image" Target="../media/image252.png"/><Relationship Id="rId3" Type="http://schemas.openxmlformats.org/officeDocument/2006/relationships/image" Target="../media/image247.png"/><Relationship Id="rId12" Type="http://schemas.openxmlformats.org/officeDocument/2006/relationships/image" Target="../media/image256.png"/><Relationship Id="rId17" Type="http://schemas.openxmlformats.org/officeDocument/2006/relationships/image" Target="../media/image261.png"/><Relationship Id="rId25" Type="http://schemas.openxmlformats.org/officeDocument/2006/relationships/image" Target="../media/image269.png"/><Relationship Id="rId33" Type="http://schemas.openxmlformats.org/officeDocument/2006/relationships/image" Target="../media/image277.png"/><Relationship Id="rId38" Type="http://schemas.openxmlformats.org/officeDocument/2006/relationships/image" Target="../media/image282.png"/><Relationship Id="rId46" Type="http://schemas.openxmlformats.org/officeDocument/2006/relationships/image" Target="../media/image290.png"/><Relationship Id="rId20" Type="http://schemas.openxmlformats.org/officeDocument/2006/relationships/image" Target="../media/image264.png"/><Relationship Id="rId41" Type="http://schemas.openxmlformats.org/officeDocument/2006/relationships/image" Target="../media/image28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5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5.png"/><Relationship Id="rId2" Type="http://schemas.openxmlformats.org/officeDocument/2006/relationships/image" Target="../media/image29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98.png"/><Relationship Id="rId5" Type="http://schemas.openxmlformats.org/officeDocument/2006/relationships/image" Target="../media/image297.jpeg"/><Relationship Id="rId4" Type="http://schemas.openxmlformats.org/officeDocument/2006/relationships/image" Target="../media/image296.jpe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4.png"/><Relationship Id="rId13" Type="http://schemas.openxmlformats.org/officeDocument/2006/relationships/image" Target="../media/image309.png"/><Relationship Id="rId3" Type="http://schemas.openxmlformats.org/officeDocument/2006/relationships/image" Target="../media/image299.png"/><Relationship Id="rId7" Type="http://schemas.openxmlformats.org/officeDocument/2006/relationships/image" Target="../media/image303.png"/><Relationship Id="rId12" Type="http://schemas.openxmlformats.org/officeDocument/2006/relationships/image" Target="../media/image308.png"/><Relationship Id="rId17" Type="http://schemas.openxmlformats.org/officeDocument/2006/relationships/image" Target="../media/image313.pn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3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02.png"/><Relationship Id="rId11" Type="http://schemas.openxmlformats.org/officeDocument/2006/relationships/image" Target="../media/image307.png"/><Relationship Id="rId5" Type="http://schemas.openxmlformats.org/officeDocument/2006/relationships/image" Target="../media/image301.png"/><Relationship Id="rId15" Type="http://schemas.openxmlformats.org/officeDocument/2006/relationships/image" Target="../media/image311.png"/><Relationship Id="rId10" Type="http://schemas.openxmlformats.org/officeDocument/2006/relationships/image" Target="../media/image306.png"/><Relationship Id="rId4" Type="http://schemas.openxmlformats.org/officeDocument/2006/relationships/image" Target="../media/image300.png"/><Relationship Id="rId9" Type="http://schemas.openxmlformats.org/officeDocument/2006/relationships/image" Target="../media/image305.png"/><Relationship Id="rId14" Type="http://schemas.openxmlformats.org/officeDocument/2006/relationships/image" Target="../media/image310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2" descr="Statistical methodology and probability">
            <a:extLst>
              <a:ext uri="{FF2B5EF4-FFF2-40B4-BE49-F238E27FC236}">
                <a16:creationId xmlns:a16="http://schemas.microsoft.com/office/drawing/2014/main" id="{57ECBEC9-9B2D-29AF-0BE7-057B2B14C402}"/>
              </a:ext>
            </a:extLst>
          </p:cNvPr>
          <p:cNvPicPr>
            <a:picLocks noGrp="1" noChangeAspect="1" noChangeArrowheads="1"/>
          </p:cNvPicPr>
          <p:nvPr>
            <p:ph type="pic" sz="quarter" idx="1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484" b="6484"/>
          <a:stretch>
            <a:fillRect/>
          </a:stretch>
        </p:blipFill>
        <p:spPr bwMode="auto"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2499B4D-A6A4-7FB5-E40F-F91A99DDDBE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16B42D6-B7D1-151D-17E2-D12C352A323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Advanced Probabilistic Machine Learning</a:t>
            </a:r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7B102906-BAE2-00D0-F9F8-0F97B276052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Ralf Herbrich, Rainer Schlosser</a:t>
            </a:r>
          </a:p>
          <a:p>
            <a:pPr algn="l"/>
            <a:r>
              <a:rPr lang="en-US" dirty="0"/>
              <a:t>Graphical Models</a:t>
            </a:r>
          </a:p>
        </p:txBody>
      </p:sp>
    </p:spTree>
    <p:extLst>
      <p:ext uri="{BB962C8B-B14F-4D97-AF65-F5344CB8AC3E}">
        <p14:creationId xmlns:p14="http://schemas.microsoft.com/office/powerpoint/2010/main" val="17347044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dirty="0"/>
              <a:t>Graphical Models</a:t>
            </a:r>
          </a:p>
          <a:p>
            <a:r>
              <a:rPr lang="en-GB" dirty="0"/>
              <a:t>Directed Graphical Models: Bayesian Networks</a:t>
            </a:r>
          </a:p>
          <a:p>
            <a:r>
              <a:rPr lang="en-GB" dirty="0"/>
              <a:t>Undirected Graphical Models: Markov Random Fields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</p:spTree>
    <p:extLst>
      <p:ext uri="{BB962C8B-B14F-4D97-AF65-F5344CB8AC3E}">
        <p14:creationId xmlns:p14="http://schemas.microsoft.com/office/powerpoint/2010/main" val="7701059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E67786-C7AF-F09C-84B2-AD840318C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36365FD-2E1F-7AA3-88D6-27044B13228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b="1" dirty="0"/>
              <a:t>Graphical Models</a:t>
            </a:r>
          </a:p>
          <a:p>
            <a:r>
              <a:rPr lang="en-GB" dirty="0"/>
              <a:t>Directed Graphical Models: Bayesian Networks</a:t>
            </a:r>
          </a:p>
          <a:p>
            <a:r>
              <a:rPr lang="en-GB" dirty="0"/>
              <a:t>Undirected Graphical Models: Markov Random Fields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169DBA5-4E37-3948-9D6F-19B5D2FA8F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</p:spTree>
    <p:extLst>
      <p:ext uri="{BB962C8B-B14F-4D97-AF65-F5344CB8AC3E}">
        <p14:creationId xmlns:p14="http://schemas.microsoft.com/office/powerpoint/2010/main" val="37482442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7EC5A12F-2574-D43A-9BAF-5C50BFC4B393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7813624" cy="3563938"/>
              </a:xfrm>
            </p:spPr>
            <p:txBody>
              <a:bodyPr/>
              <a:lstStyle/>
              <a:p>
                <a:r>
                  <a:rPr lang="en-US" b="1" dirty="0"/>
                  <a:t>Challenge</a:t>
                </a:r>
                <a:r>
                  <a:rPr lang="en-US" dirty="0"/>
                  <a:t>: How to formulate complex likelihoods/data models &amp; priors for </a:t>
                </a:r>
                <a:r>
                  <a:rPr lang="en-US" i="1" dirty="0"/>
                  <a:t>actual </a:t>
                </a:r>
                <a:r>
                  <a:rPr lang="en-US" dirty="0"/>
                  <a:t>data?</a:t>
                </a:r>
              </a:p>
              <a:p>
                <a:pPr lvl="1"/>
                <a:r>
                  <a:rPr lang="en-US" sz="1200" b="1" dirty="0"/>
                  <a:t>Example 1</a:t>
                </a:r>
                <a:r>
                  <a:rPr lang="en-US" sz="1200" dirty="0"/>
                  <a:t>: Match outcomes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−1,1</m:t>
                        </m:r>
                      </m:e>
                    </m:d>
                  </m:oMath>
                </a14:m>
                <a:r>
                  <a:rPr lang="en-US" sz="1200" dirty="0"/>
                  <a:t> (data) for a head-to-head match between two players</a:t>
                </a:r>
              </a:p>
              <a:p>
                <a:pPr lvl="2"/>
                <a:r>
                  <a:rPr lang="en-US" sz="1200" b="1" dirty="0"/>
                  <a:t>Prior</a:t>
                </a:r>
                <a:r>
                  <a:rPr lang="en-US" sz="1200" dirty="0"/>
                  <a:t>: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𝒔</m:t>
                        </m:r>
                      </m:e>
                    </m:d>
                    <m:r>
                      <a:rPr lang="en-US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d>
                      <m:dPr>
                        <m:ctrlP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;</m:t>
                        </m:r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  <m:r>
                      <a:rPr lang="en-US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⋅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;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endParaRPr lang="en-US" sz="1200" dirty="0"/>
              </a:p>
              <a:p>
                <a:pPr lvl="2"/>
                <a:r>
                  <a:rPr lang="en-US" sz="1200" b="1" dirty="0"/>
                  <a:t>Likelihood</a:t>
                </a:r>
                <a:r>
                  <a:rPr lang="en-US" sz="1200" dirty="0"/>
                  <a:t>: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|</m:t>
                        </m:r>
                        <m:r>
                          <a:rPr lang="en-US" sz="12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𝒔</m:t>
                        </m:r>
                      </m:e>
                    </m:d>
                    <m:r>
                      <a:rPr lang="en-US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limLoc m:val="undOvr"/>
                        <m:subHide m:val="on"/>
                        <m:supHide m:val="on"/>
                        <m:ctrlP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𝒩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;</m:t>
                            </m:r>
                            <m:sSub>
                              <m:sSubPr>
                                <m:ctrlPr>
                                  <a:rPr lang="en-US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p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⋅</m:t>
                        </m:r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𝒩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;</m:t>
                            </m:r>
                            <m:sSub>
                              <m:sSubPr>
                                <m:ctrlPr>
                                  <a:rPr lang="en-US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p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⋅</m:t>
                        </m:r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𝕀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  <m:d>
                              <m:dPr>
                                <m:ctrlPr>
                                  <a:rPr 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&gt;0</m:t>
                            </m:r>
                          </m:e>
                        </m:d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  </m:t>
                        </m:r>
                        <m:r>
                          <m:rPr>
                            <m:sty m:val="p"/>
                          </m:rPr>
                          <a:rPr lang="en-US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d</m:t>
                        </m:r>
                        <m:sSub>
                          <m:sSubPr>
                            <m:ctrlPr>
                              <a:rPr lang="en-US" sz="12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d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nary>
                  </m:oMath>
                </a14:m>
                <a:endParaRPr lang="en-US" sz="1200" dirty="0"/>
              </a:p>
              <a:p>
                <a:pPr lvl="1"/>
                <a:endParaRPr lang="en-US" sz="1200" b="1" dirty="0"/>
              </a:p>
              <a:p>
                <a:pPr lvl="1"/>
                <a:endParaRPr lang="en-US" sz="1200" b="1" dirty="0"/>
              </a:p>
              <a:p>
                <a:pPr lvl="1"/>
                <a:endParaRPr lang="en-US" sz="1200" b="1" dirty="0"/>
              </a:p>
              <a:p>
                <a:pPr lvl="1"/>
                <a:r>
                  <a:rPr lang="en-US" sz="1200" b="1" dirty="0"/>
                  <a:t>Example 2</a:t>
                </a:r>
                <a:r>
                  <a:rPr lang="en-US" sz="1200" dirty="0"/>
                  <a:t>: Time series </a:t>
                </a:r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en-US" sz="1200" b="1" dirty="0"/>
                  <a:t> </a:t>
                </a:r>
                <a:r>
                  <a:rPr lang="en-US" sz="1200" dirty="0"/>
                  <a:t>of temperatures</a:t>
                </a:r>
              </a:p>
              <a:p>
                <a:pPr lvl="2"/>
                <a:r>
                  <a:rPr lang="en-US" sz="1200" b="1" dirty="0"/>
                  <a:t>Prior</a:t>
                </a:r>
                <a:r>
                  <a:rPr lang="en-US" sz="1200" dirty="0"/>
                  <a:t>: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e>
                    </m:d>
                    <m:r>
                      <a:rPr lang="en-US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;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e>
                          <m:sup>
                            <m: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en-US" sz="1200" dirty="0"/>
              </a:p>
              <a:p>
                <a:pPr lvl="2"/>
                <a:r>
                  <a:rPr lang="en-US" sz="1200" b="1" dirty="0"/>
                  <a:t>Likelihood</a:t>
                </a:r>
                <a:r>
                  <a:rPr lang="en-US" sz="1200" dirty="0"/>
                  <a:t>: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𝒚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|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limLoc m:val="undOvr"/>
                        <m:subHide m:val="on"/>
                        <m:supHide m:val="on"/>
                        <m:ctrlP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𝒩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  <m: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⋅</m:t>
                            </m:r>
                            <m:sSub>
                              <m:sSubPr>
                                <m:ctrlPr>
                                  <a:rPr lang="en-US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sz="12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p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d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⋅</m:t>
                        </m:r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𝒩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;</m:t>
                            </m:r>
                            <m:sSub>
                              <m:sSubPr>
                                <m:ctrlPr>
                                  <a:rPr 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p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⋅</m:t>
                        </m:r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𝒩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;</m:t>
                            </m:r>
                            <m:sSub>
                              <m:sSubPr>
                                <m:ctrlPr>
                                  <a:rPr lang="en-US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sz="12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  <m: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⋅</m:t>
                            </m:r>
                            <m:sSub>
                              <m:sSubPr>
                                <m:ctrlPr>
                                  <a:rPr lang="en-US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200" b="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sz="12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p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d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 </m:t>
                        </m:r>
                        <m:r>
                          <m:rPr>
                            <m:sty m:val="p"/>
                          </m:rPr>
                          <a:rPr lang="en-US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d</m:t>
                        </m:r>
                        <m:r>
                          <a:rPr lang="en-US" sz="12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𝒛</m:t>
                        </m:r>
                      </m:e>
                    </m:nary>
                  </m:oMath>
                </a14:m>
                <a:endParaRPr lang="en-US" sz="1200" dirty="0"/>
              </a:p>
              <a:p>
                <a:pPr lvl="1"/>
                <a:endParaRPr lang="en-US" sz="1200" b="1" dirty="0"/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7EC5A12F-2574-D43A-9BAF-5C50BFC4B39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7813624" cy="3563938"/>
              </a:xfrm>
              <a:blipFill>
                <a:blip r:embed="rId2"/>
                <a:stretch>
                  <a:fillRect t="-3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BD669470-0B34-F71C-7142-12C157D374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Graphical Models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3B1B9D71-50FC-ECEB-E7CE-DAC930F225F9}"/>
              </a:ext>
            </a:extLst>
          </p:cNvPr>
          <p:cNvSpPr/>
          <p:nvPr/>
        </p:nvSpPr>
        <p:spPr bwMode="gray">
          <a:xfrm>
            <a:off x="3131840" y="1779662"/>
            <a:ext cx="936104" cy="288032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x-none" sz="1200" b="1" dirty="0" err="1">
              <a:solidFill>
                <a:schemeClr val="bg1"/>
              </a:solidFill>
            </a:endParaRP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3E5803F9-64D3-BDC5-CA3C-3455E8C7FE34}"/>
              </a:ext>
            </a:extLst>
          </p:cNvPr>
          <p:cNvSpPr/>
          <p:nvPr/>
        </p:nvSpPr>
        <p:spPr bwMode="gray">
          <a:xfrm>
            <a:off x="2170360" y="1779662"/>
            <a:ext cx="889471" cy="288032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x-none" sz="1200" b="1" dirty="0">
              <a:solidFill>
                <a:schemeClr val="bg1"/>
              </a:solidFill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A3AB20A1-5C7A-C944-C150-A307E06B887C}"/>
              </a:ext>
            </a:extLst>
          </p:cNvPr>
          <p:cNvSpPr/>
          <p:nvPr/>
        </p:nvSpPr>
        <p:spPr bwMode="gray">
          <a:xfrm>
            <a:off x="2861452" y="2067694"/>
            <a:ext cx="846452" cy="288032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x-none" sz="1200" b="1" dirty="0" err="1">
              <a:solidFill>
                <a:schemeClr val="bg1"/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D7C60A4-9186-52C4-5556-C9BA1905F738}"/>
              </a:ext>
            </a:extLst>
          </p:cNvPr>
          <p:cNvSpPr/>
          <p:nvPr/>
        </p:nvSpPr>
        <p:spPr bwMode="gray">
          <a:xfrm>
            <a:off x="3809545" y="2064069"/>
            <a:ext cx="906470" cy="288032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x-none" sz="1200" b="1" dirty="0" err="1">
              <a:solidFill>
                <a:schemeClr val="bg1"/>
              </a:solidFill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B79E0939-FE76-0F31-418B-ED14528002C0}"/>
              </a:ext>
            </a:extLst>
          </p:cNvPr>
          <p:cNvSpPr/>
          <p:nvPr/>
        </p:nvSpPr>
        <p:spPr bwMode="gray">
          <a:xfrm>
            <a:off x="4787268" y="2067694"/>
            <a:ext cx="1186903" cy="288032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x-none" sz="1200" b="1" dirty="0" err="1">
              <a:solidFill>
                <a:schemeClr val="bg1"/>
              </a:solidFill>
            </a:endParaRP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F0E6043D-34DF-85DE-D11F-51178F7E3008}"/>
              </a:ext>
            </a:extLst>
          </p:cNvPr>
          <p:cNvSpPr/>
          <p:nvPr/>
        </p:nvSpPr>
        <p:spPr bwMode="gray">
          <a:xfrm>
            <a:off x="6000130" y="2067694"/>
            <a:ext cx="588849" cy="288032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x-none" sz="1200" b="1" dirty="0" err="1">
              <a:solidFill>
                <a:schemeClr val="bg1"/>
              </a:solidFill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B60ADC6-156A-0B15-2FDE-002D96BA126C}"/>
              </a:ext>
            </a:extLst>
          </p:cNvPr>
          <p:cNvCxnSpPr>
            <a:cxnSpLocks/>
            <a:stCxn id="14" idx="1"/>
          </p:cNvCxnSpPr>
          <p:nvPr/>
        </p:nvCxnSpPr>
        <p:spPr bwMode="gray">
          <a:xfrm flipH="1">
            <a:off x="4139952" y="1923678"/>
            <a:ext cx="2133058" cy="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44D5A1C4-C9A2-625A-775F-0C530C187CFA}"/>
              </a:ext>
            </a:extLst>
          </p:cNvPr>
          <p:cNvSpPr txBox="1"/>
          <p:nvPr/>
        </p:nvSpPr>
        <p:spPr bwMode="gray">
          <a:xfrm>
            <a:off x="6273010" y="1815666"/>
            <a:ext cx="914400" cy="21602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GB" sz="1000" dirty="0">
                <a:solidFill>
                  <a:srgbClr val="C00000"/>
                </a:solidFill>
              </a:rPr>
              <a:t>skill belief</a:t>
            </a:r>
            <a:endParaRPr lang="x-none" sz="1000" dirty="0" err="1">
              <a:solidFill>
                <a:srgbClr val="C00000"/>
              </a:solidFill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7899D6D7-D417-84CC-FAC8-38EB55AEEFF9}"/>
              </a:ext>
            </a:extLst>
          </p:cNvPr>
          <p:cNvCxnSpPr>
            <a:cxnSpLocks/>
            <a:stCxn id="19" idx="1"/>
            <a:endCxn id="6" idx="2"/>
          </p:cNvCxnSpPr>
          <p:nvPr/>
        </p:nvCxnSpPr>
        <p:spPr bwMode="gray">
          <a:xfrm flipH="1" flipV="1">
            <a:off x="3284678" y="2355726"/>
            <a:ext cx="2727482" cy="549601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AADF7AE4-4B05-E855-567A-F5FA3ED05B07}"/>
              </a:ext>
            </a:extLst>
          </p:cNvPr>
          <p:cNvSpPr txBox="1"/>
          <p:nvPr/>
        </p:nvSpPr>
        <p:spPr bwMode="gray">
          <a:xfrm>
            <a:off x="6012160" y="2797315"/>
            <a:ext cx="1486384" cy="21602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GB" sz="1000" dirty="0">
                <a:solidFill>
                  <a:srgbClr val="C00000"/>
                </a:solidFill>
              </a:rPr>
              <a:t>Player performance</a:t>
            </a:r>
            <a:endParaRPr lang="x-none" sz="1000" dirty="0" err="1">
              <a:solidFill>
                <a:srgbClr val="C00000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445CB56-D358-C45C-76A2-DCA43E6D4F4E}"/>
              </a:ext>
            </a:extLst>
          </p:cNvPr>
          <p:cNvSpPr txBox="1"/>
          <p:nvPr/>
        </p:nvSpPr>
        <p:spPr bwMode="gray">
          <a:xfrm>
            <a:off x="6038119" y="2559974"/>
            <a:ext cx="1625905" cy="21602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GB" sz="1000" dirty="0">
                <a:solidFill>
                  <a:srgbClr val="C00000"/>
                </a:solidFill>
              </a:rPr>
              <a:t>Match outcome</a:t>
            </a:r>
            <a:endParaRPr lang="x-none" sz="1000" dirty="0" err="1">
              <a:solidFill>
                <a:srgbClr val="C00000"/>
              </a:solidFill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2BE26E04-6705-C1D8-AD82-5885706E4241}"/>
              </a:ext>
            </a:extLst>
          </p:cNvPr>
          <p:cNvCxnSpPr>
            <a:cxnSpLocks/>
            <a:stCxn id="30" idx="1"/>
            <a:endCxn id="8" idx="2"/>
          </p:cNvCxnSpPr>
          <p:nvPr/>
        </p:nvCxnSpPr>
        <p:spPr bwMode="gray">
          <a:xfrm flipH="1" flipV="1">
            <a:off x="5380720" y="2355726"/>
            <a:ext cx="657399" cy="31226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E2A6A82-A22E-FA3F-2348-5494D605C885}"/>
              </a:ext>
            </a:extLst>
          </p:cNvPr>
          <p:cNvCxnSpPr>
            <a:cxnSpLocks/>
            <a:endCxn id="10" idx="3"/>
          </p:cNvCxnSpPr>
          <p:nvPr/>
        </p:nvCxnSpPr>
        <p:spPr bwMode="gray">
          <a:xfrm flipH="1">
            <a:off x="6588979" y="2211710"/>
            <a:ext cx="598431" cy="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C134A210-5F61-9CB2-F1CB-7EB7F3A801C5}"/>
              </a:ext>
            </a:extLst>
          </p:cNvPr>
          <p:cNvSpPr txBox="1"/>
          <p:nvPr/>
        </p:nvSpPr>
        <p:spPr bwMode="gray">
          <a:xfrm>
            <a:off x="7308304" y="2103698"/>
            <a:ext cx="914400" cy="21602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GB" sz="1000" dirty="0">
                <a:solidFill>
                  <a:srgbClr val="C00000"/>
                </a:solidFill>
              </a:rPr>
              <a:t>marginalization</a:t>
            </a:r>
            <a:endParaRPr lang="x-none" sz="1000" dirty="0" err="1">
              <a:solidFill>
                <a:srgbClr val="C00000"/>
              </a:solidFill>
            </a:endParaRP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4A933318-25DC-9796-BA18-4692CE9256D7}"/>
              </a:ext>
            </a:extLst>
          </p:cNvPr>
          <p:cNvSpPr/>
          <p:nvPr/>
        </p:nvSpPr>
        <p:spPr bwMode="gray">
          <a:xfrm>
            <a:off x="2195736" y="3355846"/>
            <a:ext cx="846452" cy="288032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x-none" sz="1200" b="1" dirty="0">
              <a:solidFill>
                <a:schemeClr val="bg1"/>
              </a:solidFill>
            </a:endParaRPr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F666FBCF-F05A-C4C5-3012-C6B3D7E341D0}"/>
              </a:ext>
            </a:extLst>
          </p:cNvPr>
          <p:cNvSpPr/>
          <p:nvPr/>
        </p:nvSpPr>
        <p:spPr bwMode="gray">
          <a:xfrm>
            <a:off x="3059832" y="3651870"/>
            <a:ext cx="1152128" cy="288032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x-none" sz="1200" b="1" dirty="0">
              <a:solidFill>
                <a:schemeClr val="bg1"/>
              </a:solidFill>
            </a:endParaRPr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EC3C5896-0C1F-F26F-4BB5-BD0E9E850505}"/>
              </a:ext>
            </a:extLst>
          </p:cNvPr>
          <p:cNvSpPr/>
          <p:nvPr/>
        </p:nvSpPr>
        <p:spPr bwMode="gray">
          <a:xfrm>
            <a:off x="4240137" y="3651870"/>
            <a:ext cx="907927" cy="288032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x-none" sz="1200" b="1" dirty="0">
              <a:solidFill>
                <a:schemeClr val="bg1"/>
              </a:solidFill>
            </a:endParaRPr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C59D134D-C55E-812E-9684-30FCF582E226}"/>
              </a:ext>
            </a:extLst>
          </p:cNvPr>
          <p:cNvSpPr/>
          <p:nvPr/>
        </p:nvSpPr>
        <p:spPr bwMode="gray">
          <a:xfrm>
            <a:off x="5218950" y="3651870"/>
            <a:ext cx="1486384" cy="288032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x-none" sz="1200" b="1" dirty="0">
              <a:solidFill>
                <a:schemeClr val="bg1"/>
              </a:solidFill>
            </a:endParaRP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D4BD1BA2-E1CF-3BE8-5253-41E04A2A1D13}"/>
              </a:ext>
            </a:extLst>
          </p:cNvPr>
          <p:cNvCxnSpPr>
            <a:cxnSpLocks/>
          </p:cNvCxnSpPr>
          <p:nvPr/>
        </p:nvCxnSpPr>
        <p:spPr bwMode="gray">
          <a:xfrm flipH="1">
            <a:off x="3059831" y="3510582"/>
            <a:ext cx="1296145" cy="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60BE71E3-AE61-341B-5FB8-9C625F2F1533}"/>
              </a:ext>
            </a:extLst>
          </p:cNvPr>
          <p:cNvSpPr txBox="1"/>
          <p:nvPr/>
        </p:nvSpPr>
        <p:spPr bwMode="gray">
          <a:xfrm>
            <a:off x="3995936" y="3402570"/>
            <a:ext cx="3312368" cy="21602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GB" sz="1000" dirty="0">
                <a:solidFill>
                  <a:srgbClr val="C00000"/>
                </a:solidFill>
              </a:rPr>
              <a:t>External state mapping parameter belief</a:t>
            </a:r>
            <a:endParaRPr lang="x-none" sz="1000" dirty="0" err="1">
              <a:solidFill>
                <a:srgbClr val="C00000"/>
              </a:solidFill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0246DDD-652C-BC4B-C2A7-7E49805D97FD}"/>
              </a:ext>
            </a:extLst>
          </p:cNvPr>
          <p:cNvCxnSpPr>
            <a:cxnSpLocks/>
          </p:cNvCxnSpPr>
          <p:nvPr/>
        </p:nvCxnSpPr>
        <p:spPr bwMode="gray">
          <a:xfrm flipH="1" flipV="1">
            <a:off x="3347864" y="3983856"/>
            <a:ext cx="720080" cy="53211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CC3DA69B-B35E-6CDE-D5B8-3E4460CAC973}"/>
              </a:ext>
            </a:extLst>
          </p:cNvPr>
          <p:cNvSpPr txBox="1"/>
          <p:nvPr/>
        </p:nvSpPr>
        <p:spPr bwMode="gray">
          <a:xfrm>
            <a:off x="4079804" y="4480398"/>
            <a:ext cx="2052228" cy="21602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GB" sz="1000" dirty="0">
                <a:solidFill>
                  <a:srgbClr val="C00000"/>
                </a:solidFill>
              </a:rPr>
              <a:t>Conditional hidden state model</a:t>
            </a:r>
            <a:endParaRPr lang="x-none" sz="1000" dirty="0" err="1">
              <a:solidFill>
                <a:srgbClr val="C00000"/>
              </a:solidFill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D4DFBE2-3061-A74F-72EB-9C2A840173F1}"/>
              </a:ext>
            </a:extLst>
          </p:cNvPr>
          <p:cNvSpPr txBox="1"/>
          <p:nvPr/>
        </p:nvSpPr>
        <p:spPr bwMode="gray">
          <a:xfrm>
            <a:off x="5218950" y="4258147"/>
            <a:ext cx="1625905" cy="21602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GB" sz="1000" dirty="0">
                <a:solidFill>
                  <a:srgbClr val="C00000"/>
                </a:solidFill>
              </a:rPr>
              <a:t>Observed temperature model</a:t>
            </a:r>
            <a:endParaRPr lang="x-none" sz="1000" dirty="0" err="1">
              <a:solidFill>
                <a:srgbClr val="C00000"/>
              </a:solidFill>
            </a:endParaRP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8B0EAB26-BCB3-0E1B-59CD-BE2EAF0B7E1F}"/>
              </a:ext>
            </a:extLst>
          </p:cNvPr>
          <p:cNvCxnSpPr>
            <a:cxnSpLocks/>
          </p:cNvCxnSpPr>
          <p:nvPr/>
        </p:nvCxnSpPr>
        <p:spPr bwMode="gray">
          <a:xfrm flipH="1" flipV="1">
            <a:off x="4860002" y="3975384"/>
            <a:ext cx="216056" cy="341865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AE5AC690-6EE1-A145-C8BA-B17D490B08CC}"/>
              </a:ext>
            </a:extLst>
          </p:cNvPr>
          <p:cNvCxnSpPr>
            <a:cxnSpLocks/>
            <a:stCxn id="51" idx="1"/>
            <a:endCxn id="53" idx="3"/>
          </p:cNvCxnSpPr>
          <p:nvPr/>
        </p:nvCxnSpPr>
        <p:spPr bwMode="gray">
          <a:xfrm flipH="1">
            <a:off x="7092280" y="3499862"/>
            <a:ext cx="521700" cy="296024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A7FFBDD4-35DD-865B-1BDF-0EEBB915F61F}"/>
              </a:ext>
            </a:extLst>
          </p:cNvPr>
          <p:cNvSpPr txBox="1"/>
          <p:nvPr/>
        </p:nvSpPr>
        <p:spPr bwMode="gray">
          <a:xfrm>
            <a:off x="7613980" y="3391850"/>
            <a:ext cx="914400" cy="21602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GB" sz="1000" dirty="0">
                <a:solidFill>
                  <a:srgbClr val="C00000"/>
                </a:solidFill>
              </a:rPr>
              <a:t>marginalization</a:t>
            </a:r>
            <a:endParaRPr lang="x-none" sz="1000" dirty="0" err="1">
              <a:solidFill>
                <a:srgbClr val="C00000"/>
              </a:solidFill>
            </a:endParaRPr>
          </a:p>
        </p:txBody>
      </p:sp>
      <p:sp>
        <p:nvSpPr>
          <p:cNvPr id="53" name="Rounded Rectangle 52">
            <a:extLst>
              <a:ext uri="{FF2B5EF4-FFF2-40B4-BE49-F238E27FC236}">
                <a16:creationId xmlns:a16="http://schemas.microsoft.com/office/drawing/2014/main" id="{4B280C76-49B7-5650-EB92-693A79C4A5F6}"/>
              </a:ext>
            </a:extLst>
          </p:cNvPr>
          <p:cNvSpPr/>
          <p:nvPr/>
        </p:nvSpPr>
        <p:spPr bwMode="gray">
          <a:xfrm>
            <a:off x="6741475" y="3651870"/>
            <a:ext cx="350805" cy="288032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x-none" sz="1200" b="1" dirty="0" err="1">
              <a:solidFill>
                <a:schemeClr val="bg1"/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907EBED-EEA2-9616-CA9B-52E516ED9EB5}"/>
              </a:ext>
            </a:extLst>
          </p:cNvPr>
          <p:cNvSpPr txBox="1"/>
          <p:nvPr/>
        </p:nvSpPr>
        <p:spPr bwMode="gray">
          <a:xfrm>
            <a:off x="5685855" y="4042123"/>
            <a:ext cx="1174310" cy="21602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GB" sz="1000" dirty="0">
                <a:solidFill>
                  <a:srgbClr val="C00000"/>
                </a:solidFill>
              </a:rPr>
              <a:t>Dynamics model</a:t>
            </a:r>
            <a:endParaRPr lang="x-none" sz="1000" dirty="0" err="1">
              <a:solidFill>
                <a:srgbClr val="C00000"/>
              </a:solidFill>
            </a:endParaRP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D0CA1400-8EB1-30F9-851B-9A67C4C7BAB3}"/>
              </a:ext>
            </a:extLst>
          </p:cNvPr>
          <p:cNvCxnSpPr>
            <a:cxnSpLocks/>
          </p:cNvCxnSpPr>
          <p:nvPr/>
        </p:nvCxnSpPr>
        <p:spPr bwMode="gray">
          <a:xfrm flipH="1" flipV="1">
            <a:off x="5523774" y="3973217"/>
            <a:ext cx="167866" cy="170933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3279025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8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7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2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7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5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8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6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" fill="hold">
                      <p:stCondLst>
                        <p:cond delay="indefinite"/>
                      </p:stCondLst>
                      <p:childTnLst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4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0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>
                      <p:stCondLst>
                        <p:cond delay="indefinite"/>
                      </p:stCondLst>
                      <p:childTnLst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5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8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1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2" fill="hold">
                      <p:stCondLst>
                        <p:cond delay="indefinite"/>
                      </p:stCondLst>
                      <p:childTnLst>
                        <p:par>
                          <p:cTn id="133" fill="hold">
                            <p:stCondLst>
                              <p:cond delay="0"/>
                            </p:stCondLst>
                            <p:childTnLst>
                              <p:par>
                                <p:cTn id="13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6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9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10" grpId="0" animBg="1"/>
      <p:bldP spid="14" grpId="0"/>
      <p:bldP spid="19" grpId="0"/>
      <p:bldP spid="30" grpId="0"/>
      <p:bldP spid="36" grpId="0"/>
      <p:bldP spid="39" grpId="0" animBg="1"/>
      <p:bldP spid="40" grpId="0" animBg="1"/>
      <p:bldP spid="41" grpId="0" animBg="1"/>
      <p:bldP spid="42" grpId="0" animBg="1"/>
      <p:bldP spid="44" grpId="0"/>
      <p:bldP spid="47" grpId="0"/>
      <p:bldP spid="48" grpId="0"/>
      <p:bldP spid="51" grpId="0"/>
      <p:bldP spid="53" grpId="0" animBg="1"/>
      <p:bldP spid="60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B33DA4-DCB4-D111-6E0C-1B5426989F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BB536EB-9FE2-7259-331C-FBAD6EBD73E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58776" y="1239837"/>
            <a:ext cx="7381576" cy="3563938"/>
          </a:xfrm>
        </p:spPr>
        <p:txBody>
          <a:bodyPr/>
          <a:lstStyle/>
          <a:p>
            <a:r>
              <a:rPr lang="en-US" b="1" dirty="0"/>
              <a:t>Observation</a:t>
            </a:r>
            <a:r>
              <a:rPr lang="en-US" dirty="0"/>
              <a:t>: The product structure of the probabilities seems crucial</a:t>
            </a:r>
          </a:p>
          <a:p>
            <a:r>
              <a:rPr lang="en-US" b="1" dirty="0"/>
              <a:t>Idea</a:t>
            </a:r>
            <a:r>
              <a:rPr lang="en-US" dirty="0"/>
              <a:t>: Define a graph where each of the variables are nodes and edges indicate factor relationships between variables</a:t>
            </a:r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endParaRPr lang="en-US" dirty="0"/>
          </a:p>
          <a:p>
            <a:endParaRPr lang="en-US" b="1" dirty="0"/>
          </a:p>
          <a:p>
            <a:endParaRPr lang="en-US" b="1" dirty="0"/>
          </a:p>
          <a:p>
            <a:r>
              <a:rPr lang="en-US" b="1" dirty="0"/>
              <a:t>Advantages</a:t>
            </a:r>
            <a:r>
              <a:rPr lang="en-US" dirty="0"/>
              <a:t>: Simple way to visualize factor structure of the joint probability</a:t>
            </a:r>
          </a:p>
          <a:p>
            <a:pPr lvl="1"/>
            <a:r>
              <a:rPr lang="en-US" sz="1200" b="1" dirty="0"/>
              <a:t>Graphical Models</a:t>
            </a:r>
            <a:r>
              <a:rPr lang="en-US" sz="1200" dirty="0"/>
              <a:t>: Conditional independence based on graph properties</a:t>
            </a:r>
          </a:p>
          <a:p>
            <a:pPr lvl="1"/>
            <a:r>
              <a:rPr lang="en-US" sz="1200" b="1" dirty="0"/>
              <a:t>Factor Graphs</a:t>
            </a:r>
            <a:r>
              <a:rPr lang="en-US" sz="1200" dirty="0"/>
              <a:t>: Efficient inference and approximation algorithms (next week)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24F3770-0F34-99B0-3008-7DB9FBC17A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Graphical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9D0939E7-5987-B091-39C5-68A364EC40EF}"/>
                  </a:ext>
                </a:extLst>
              </p:cNvPr>
              <p:cNvSpPr/>
              <p:nvPr/>
            </p:nvSpPr>
            <p:spPr bwMode="gray">
              <a:xfrm>
                <a:off x="5121416" y="3235002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𝑊</m:t>
                      </m:r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48C958C5-EE7F-F3CB-21EA-C914759EEB7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121416" y="3235002"/>
                <a:ext cx="216000" cy="216000"/>
              </a:xfrm>
              <a:prstGeom prst="ellipse">
                <a:avLst/>
              </a:prstGeom>
              <a:blipFill>
                <a:blip r:embed="rId3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7B6977C4-20E6-BC33-8CBC-E5ADD881D2A2}"/>
                  </a:ext>
                </a:extLst>
              </p:cNvPr>
              <p:cNvSpPr/>
              <p:nvPr/>
            </p:nvSpPr>
            <p:spPr bwMode="gray">
              <a:xfrm>
                <a:off x="5645691" y="3650507"/>
                <a:ext cx="216000" cy="216000"/>
              </a:xfrm>
              <a:prstGeom prst="ellipse">
                <a:avLst/>
              </a:prstGeom>
              <a:solidFill>
                <a:schemeClr val="accent5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E7236F90-9C1D-FB82-71FE-89D9CEB722B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645691" y="3650507"/>
                <a:ext cx="216000" cy="216000"/>
              </a:xfrm>
              <a:prstGeom prst="ellipse">
                <a:avLst/>
              </a:prstGeom>
              <a:blipFill>
                <a:blip r:embed="rId4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68501C0D-ABAA-D36F-A80E-FD9DFD7BB4CF}"/>
                  </a:ext>
                </a:extLst>
              </p:cNvPr>
              <p:cNvSpPr/>
              <p:nvPr/>
            </p:nvSpPr>
            <p:spPr bwMode="gray">
              <a:xfrm>
                <a:off x="5645691" y="3234039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1CCA0B49-97E4-C887-7250-32F7C3F2B4A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645691" y="3234039"/>
                <a:ext cx="216000" cy="216000"/>
              </a:xfrm>
              <a:prstGeom prst="ellipse">
                <a:avLst/>
              </a:prstGeom>
              <a:blipFill>
                <a:blip r:embed="rId5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75DDE64-E523-C58B-FC4A-C498B4F5C3F8}"/>
              </a:ext>
            </a:extLst>
          </p:cNvPr>
          <p:cNvCxnSpPr>
            <a:cxnSpLocks/>
            <a:stCxn id="24" idx="6"/>
            <a:endCxn id="27" idx="2"/>
          </p:cNvCxnSpPr>
          <p:nvPr/>
        </p:nvCxnSpPr>
        <p:spPr bwMode="gray">
          <a:xfrm flipV="1">
            <a:off x="5337416" y="3342039"/>
            <a:ext cx="308275" cy="96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0124568B-1A22-40F9-E15E-DCCEE6487FED}"/>
                  </a:ext>
                </a:extLst>
              </p:cNvPr>
              <p:cNvSpPr/>
              <p:nvPr/>
            </p:nvSpPr>
            <p:spPr bwMode="gray">
              <a:xfrm>
                <a:off x="5636560" y="2552899"/>
                <a:ext cx="216000" cy="216000"/>
              </a:xfrm>
              <a:prstGeom prst="ellipse">
                <a:avLst/>
              </a:prstGeom>
              <a:solidFill>
                <a:schemeClr val="accent5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82355295-71FE-2424-2B71-70F07524D01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636560" y="2552899"/>
                <a:ext cx="216000" cy="216000"/>
              </a:xfrm>
              <a:prstGeom prst="ellipse">
                <a:avLst/>
              </a:prstGeom>
              <a:blipFill>
                <a:blip r:embed="rId6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DF17E80F-992F-D467-FDA1-063B768B2283}"/>
                  </a:ext>
                </a:extLst>
              </p:cNvPr>
              <p:cNvSpPr/>
              <p:nvPr/>
            </p:nvSpPr>
            <p:spPr bwMode="gray">
              <a:xfrm>
                <a:off x="6151705" y="3650507"/>
                <a:ext cx="216000" cy="216000"/>
              </a:xfrm>
              <a:prstGeom prst="ellipse">
                <a:avLst/>
              </a:prstGeom>
              <a:solidFill>
                <a:schemeClr val="accent5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048A70D1-2AB5-013A-743C-4E18577645A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151705" y="3650507"/>
                <a:ext cx="216000" cy="216000"/>
              </a:xfrm>
              <a:prstGeom prst="ellipse">
                <a:avLst/>
              </a:prstGeom>
              <a:blipFill>
                <a:blip r:embed="rId7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5BC40700-B5F9-0428-1F0F-9C4D2BF4EA0E}"/>
                  </a:ext>
                </a:extLst>
              </p:cNvPr>
              <p:cNvSpPr/>
              <p:nvPr/>
            </p:nvSpPr>
            <p:spPr bwMode="gray">
              <a:xfrm>
                <a:off x="6151705" y="3234039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477927CC-9870-2932-C9EC-D07E21BF75B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151705" y="3234039"/>
                <a:ext cx="216000" cy="216000"/>
              </a:xfrm>
              <a:prstGeom prst="ellipse">
                <a:avLst/>
              </a:prstGeom>
              <a:blipFill>
                <a:blip r:embed="rId8"/>
                <a:stretch>
                  <a:fillRect l="-5000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22D1BC98-05AE-C077-04FD-EDA916D1A06A}"/>
              </a:ext>
            </a:extLst>
          </p:cNvPr>
          <p:cNvCxnSpPr>
            <a:cxnSpLocks/>
            <a:stCxn id="27" idx="4"/>
            <a:endCxn id="26" idx="0"/>
          </p:cNvCxnSpPr>
          <p:nvPr/>
        </p:nvCxnSpPr>
        <p:spPr bwMode="gray">
          <a:xfrm>
            <a:off x="5753691" y="3450039"/>
            <a:ext cx="0" cy="20046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613033D2-F849-7D93-11F6-56FEFB2847F2}"/>
              </a:ext>
            </a:extLst>
          </p:cNvPr>
          <p:cNvCxnSpPr>
            <a:cxnSpLocks/>
            <a:stCxn id="33" idx="4"/>
            <a:endCxn id="32" idx="0"/>
          </p:cNvCxnSpPr>
          <p:nvPr/>
        </p:nvCxnSpPr>
        <p:spPr bwMode="gray">
          <a:xfrm>
            <a:off x="6259705" y="3450039"/>
            <a:ext cx="0" cy="20046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D42CDB4-7A84-5E5C-0CEF-119D12D6E4DD}"/>
              </a:ext>
            </a:extLst>
          </p:cNvPr>
          <p:cNvCxnSpPr>
            <a:cxnSpLocks/>
            <a:stCxn id="27" idx="6"/>
            <a:endCxn id="33" idx="2"/>
          </p:cNvCxnSpPr>
          <p:nvPr/>
        </p:nvCxnSpPr>
        <p:spPr bwMode="gray">
          <a:xfrm>
            <a:off x="5861691" y="3342039"/>
            <a:ext cx="29001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C6830EFE-9633-EBC7-1E10-6091E92FDD9F}"/>
              </a:ext>
            </a:extLst>
          </p:cNvPr>
          <p:cNvCxnSpPr>
            <a:cxnSpLocks/>
            <a:stCxn id="31" idx="4"/>
            <a:endCxn id="27" idx="0"/>
          </p:cNvCxnSpPr>
          <p:nvPr/>
        </p:nvCxnSpPr>
        <p:spPr bwMode="gray">
          <a:xfrm>
            <a:off x="5744560" y="2768899"/>
            <a:ext cx="9131" cy="46514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Oval 46">
                <a:extLst>
                  <a:ext uri="{FF2B5EF4-FFF2-40B4-BE49-F238E27FC236}">
                    <a16:creationId xmlns:a16="http://schemas.microsoft.com/office/drawing/2014/main" id="{A8F28462-7CE7-EBEF-BB6D-DE75CF958F24}"/>
                  </a:ext>
                </a:extLst>
              </p:cNvPr>
              <p:cNvSpPr/>
              <p:nvPr/>
            </p:nvSpPr>
            <p:spPr bwMode="gray">
              <a:xfrm>
                <a:off x="6151705" y="2556003"/>
                <a:ext cx="216000" cy="216000"/>
              </a:xfrm>
              <a:prstGeom prst="ellipse">
                <a:avLst/>
              </a:prstGeom>
              <a:solidFill>
                <a:schemeClr val="accent5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7" name="Oval 46">
                <a:extLst>
                  <a:ext uri="{FF2B5EF4-FFF2-40B4-BE49-F238E27FC236}">
                    <a16:creationId xmlns:a16="http://schemas.microsoft.com/office/drawing/2014/main" id="{A9081A1D-60B4-DA01-A0ED-D5BDA925476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151705" y="2556003"/>
                <a:ext cx="216000" cy="216000"/>
              </a:xfrm>
              <a:prstGeom prst="ellipse">
                <a:avLst/>
              </a:prstGeom>
              <a:blipFill>
                <a:blip r:embed="rId9"/>
                <a:stretch>
                  <a:fillRect l="-5000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6727E1EA-1AB2-9372-D669-C403E783D615}"/>
              </a:ext>
            </a:extLst>
          </p:cNvPr>
          <p:cNvCxnSpPr>
            <a:cxnSpLocks/>
            <a:stCxn id="47" idx="4"/>
            <a:endCxn id="33" idx="0"/>
          </p:cNvCxnSpPr>
          <p:nvPr/>
        </p:nvCxnSpPr>
        <p:spPr bwMode="gray">
          <a:xfrm>
            <a:off x="6259705" y="2772003"/>
            <a:ext cx="0" cy="46203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Oval 52">
                <a:extLst>
                  <a:ext uri="{FF2B5EF4-FFF2-40B4-BE49-F238E27FC236}">
                    <a16:creationId xmlns:a16="http://schemas.microsoft.com/office/drawing/2014/main" id="{EAEE851C-49CF-DE4B-9773-77B375E76EC1}"/>
                  </a:ext>
                </a:extLst>
              </p:cNvPr>
              <p:cNvSpPr/>
              <p:nvPr/>
            </p:nvSpPr>
            <p:spPr bwMode="gray">
              <a:xfrm>
                <a:off x="6660256" y="3648055"/>
                <a:ext cx="216000" cy="216000"/>
              </a:xfrm>
              <a:prstGeom prst="ellipse">
                <a:avLst/>
              </a:prstGeom>
              <a:solidFill>
                <a:schemeClr val="accent5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3" name="Oval 52">
                <a:extLst>
                  <a:ext uri="{FF2B5EF4-FFF2-40B4-BE49-F238E27FC236}">
                    <a16:creationId xmlns:a16="http://schemas.microsoft.com/office/drawing/2014/main" id="{5D78777A-F0A6-362E-0C62-9D135EB5C00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660256" y="3648055"/>
                <a:ext cx="216000" cy="216000"/>
              </a:xfrm>
              <a:prstGeom prst="ellipse">
                <a:avLst/>
              </a:prstGeom>
              <a:blipFill>
                <a:blip r:embed="rId10"/>
                <a:stretch>
                  <a:fillRect l="-5556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039517F8-95B2-FEA9-2303-89E5AE3C4998}"/>
                  </a:ext>
                </a:extLst>
              </p:cNvPr>
              <p:cNvSpPr/>
              <p:nvPr/>
            </p:nvSpPr>
            <p:spPr bwMode="gray">
              <a:xfrm>
                <a:off x="6660256" y="3231587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40F345F7-75E7-C8D0-60C1-D2E3DFCF338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660256" y="3231587"/>
                <a:ext cx="216000" cy="216000"/>
              </a:xfrm>
              <a:prstGeom prst="ellipse">
                <a:avLst/>
              </a:prstGeom>
              <a:blipFill>
                <a:blip r:embed="rId11"/>
                <a:stretch>
                  <a:fillRect l="-11111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7DC6577F-B68B-1A02-3EA7-BB412F250850}"/>
              </a:ext>
            </a:extLst>
          </p:cNvPr>
          <p:cNvCxnSpPr>
            <a:cxnSpLocks/>
            <a:stCxn id="54" idx="4"/>
            <a:endCxn id="53" idx="0"/>
          </p:cNvCxnSpPr>
          <p:nvPr/>
        </p:nvCxnSpPr>
        <p:spPr bwMode="gray">
          <a:xfrm>
            <a:off x="6768256" y="3447587"/>
            <a:ext cx="0" cy="20046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Oval 55">
                <a:extLst>
                  <a:ext uri="{FF2B5EF4-FFF2-40B4-BE49-F238E27FC236}">
                    <a16:creationId xmlns:a16="http://schemas.microsoft.com/office/drawing/2014/main" id="{E487470A-E43A-FAD9-E53A-D418384DA84F}"/>
                  </a:ext>
                </a:extLst>
              </p:cNvPr>
              <p:cNvSpPr/>
              <p:nvPr/>
            </p:nvSpPr>
            <p:spPr bwMode="gray">
              <a:xfrm>
                <a:off x="6660256" y="2552899"/>
                <a:ext cx="216000" cy="216000"/>
              </a:xfrm>
              <a:prstGeom prst="ellipse">
                <a:avLst/>
              </a:prstGeom>
              <a:solidFill>
                <a:schemeClr val="accent5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6" name="Oval 55">
                <a:extLst>
                  <a:ext uri="{FF2B5EF4-FFF2-40B4-BE49-F238E27FC236}">
                    <a16:creationId xmlns:a16="http://schemas.microsoft.com/office/drawing/2014/main" id="{9BA1EC38-A5AD-5002-E56D-DBF2EB4CC86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660256" y="2552899"/>
                <a:ext cx="216000" cy="216000"/>
              </a:xfrm>
              <a:prstGeom prst="ellipse">
                <a:avLst/>
              </a:prstGeom>
              <a:blipFill>
                <a:blip r:embed="rId12"/>
                <a:stretch>
                  <a:fillRect l="-11111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8AC15864-4C97-9851-24BD-323C8C11D4E4}"/>
              </a:ext>
            </a:extLst>
          </p:cNvPr>
          <p:cNvCxnSpPr>
            <a:cxnSpLocks/>
            <a:stCxn id="56" idx="4"/>
            <a:endCxn id="54" idx="0"/>
          </p:cNvCxnSpPr>
          <p:nvPr/>
        </p:nvCxnSpPr>
        <p:spPr bwMode="gray">
          <a:xfrm>
            <a:off x="6768256" y="2768899"/>
            <a:ext cx="0" cy="46268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7CF03641-A7A8-EF71-7820-58B1E58DBCD4}"/>
              </a:ext>
            </a:extLst>
          </p:cNvPr>
          <p:cNvCxnSpPr>
            <a:cxnSpLocks/>
            <a:stCxn id="24" idx="7"/>
            <a:endCxn id="33" idx="1"/>
          </p:cNvCxnSpPr>
          <p:nvPr/>
        </p:nvCxnSpPr>
        <p:spPr bwMode="gray">
          <a:xfrm rot="5400000" flipH="1" flipV="1">
            <a:off x="5744079" y="2827377"/>
            <a:ext cx="963" cy="877553"/>
          </a:xfrm>
          <a:prstGeom prst="curvedConnector3">
            <a:avLst>
              <a:gd name="adj1" fmla="val 27123053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0">
            <a:extLst>
              <a:ext uri="{FF2B5EF4-FFF2-40B4-BE49-F238E27FC236}">
                <a16:creationId xmlns:a16="http://schemas.microsoft.com/office/drawing/2014/main" id="{80830DA6-C265-B5FE-F21C-BE3612DD0389}"/>
              </a:ext>
            </a:extLst>
          </p:cNvPr>
          <p:cNvCxnSpPr>
            <a:cxnSpLocks/>
            <a:stCxn id="24" idx="7"/>
            <a:endCxn id="54" idx="1"/>
          </p:cNvCxnSpPr>
          <p:nvPr/>
        </p:nvCxnSpPr>
        <p:spPr bwMode="gray">
          <a:xfrm rot="5400000" flipH="1" flipV="1">
            <a:off x="5997129" y="2571875"/>
            <a:ext cx="3415" cy="1386104"/>
          </a:xfrm>
          <a:prstGeom prst="curvedConnector3">
            <a:avLst>
              <a:gd name="adj1" fmla="val 10056428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DB8C8B47-D1A2-44A3-2BCF-65CCA4F28EF2}"/>
                  </a:ext>
                </a:extLst>
              </p:cNvPr>
              <p:cNvSpPr/>
              <p:nvPr/>
            </p:nvSpPr>
            <p:spPr bwMode="gray">
              <a:xfrm>
                <a:off x="1907704" y="2543711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EA4C3251-FE5C-9AC7-5536-97EE7424D70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907704" y="2543711"/>
                <a:ext cx="216000" cy="216000"/>
              </a:xfrm>
              <a:prstGeom prst="ellipse">
                <a:avLst/>
              </a:prstGeom>
              <a:blipFill>
                <a:blip r:embed="rId13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55C6BEA7-EAA8-3018-575B-B8947530D607}"/>
                  </a:ext>
                </a:extLst>
              </p:cNvPr>
              <p:cNvSpPr/>
              <p:nvPr/>
            </p:nvSpPr>
            <p:spPr bwMode="gray">
              <a:xfrm>
                <a:off x="2484205" y="2543711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FB6F9019-EF76-BF16-BEDD-BF469CFC9EC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484205" y="2543711"/>
                <a:ext cx="216000" cy="216000"/>
              </a:xfrm>
              <a:prstGeom prst="ellipse">
                <a:avLst/>
              </a:prstGeom>
              <a:blipFill>
                <a:blip r:embed="rId14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FCE70972-21EF-9B25-9FF8-C06029C8D049}"/>
                  </a:ext>
                </a:extLst>
              </p:cNvPr>
              <p:cNvSpPr/>
              <p:nvPr/>
            </p:nvSpPr>
            <p:spPr bwMode="gray">
              <a:xfrm>
                <a:off x="1907704" y="3047767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AAE407D3-DC21-A9B1-E96A-BFA2EBB218F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907704" y="3047767"/>
                <a:ext cx="216000" cy="216000"/>
              </a:xfrm>
              <a:prstGeom prst="ellipse">
                <a:avLst/>
              </a:prstGeom>
              <a:blipFill>
                <a:blip r:embed="rId15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3289592D-C81B-3636-22A0-FD823E54ADBA}"/>
                  </a:ext>
                </a:extLst>
              </p:cNvPr>
              <p:cNvSpPr/>
              <p:nvPr/>
            </p:nvSpPr>
            <p:spPr bwMode="gray">
              <a:xfrm>
                <a:off x="2484205" y="3047767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04C9A74F-9141-079A-7093-9DB3F34BE8C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484205" y="3047767"/>
                <a:ext cx="216000" cy="216000"/>
              </a:xfrm>
              <a:prstGeom prst="ellipse">
                <a:avLst/>
              </a:prstGeom>
              <a:blipFill>
                <a:blip r:embed="rId16"/>
                <a:stretch>
                  <a:fillRect l="-10526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8A15C2D4-D23E-560A-DDBA-A1ACEC92B15C}"/>
                  </a:ext>
                </a:extLst>
              </p:cNvPr>
              <p:cNvSpPr/>
              <p:nvPr/>
            </p:nvSpPr>
            <p:spPr bwMode="gray">
              <a:xfrm>
                <a:off x="2196205" y="3479847"/>
                <a:ext cx="216000" cy="216000"/>
              </a:xfrm>
              <a:prstGeom prst="ellipse">
                <a:avLst/>
              </a:prstGeom>
              <a:solidFill>
                <a:schemeClr val="accent5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B86E1199-0E6C-B7A6-FD9F-1C477A3F054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196205" y="3479847"/>
                <a:ext cx="216000" cy="216000"/>
              </a:xfrm>
              <a:prstGeom prst="ellipse">
                <a:avLst/>
              </a:prstGeom>
              <a:blipFill>
                <a:blip r:embed="rId17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E5B1E24A-5CF9-E0C3-DEA1-1ADF6A0976AB}"/>
              </a:ext>
            </a:extLst>
          </p:cNvPr>
          <p:cNvCxnSpPr>
            <a:stCxn id="74" idx="4"/>
            <a:endCxn id="76" idx="0"/>
          </p:cNvCxnSpPr>
          <p:nvPr/>
        </p:nvCxnSpPr>
        <p:spPr bwMode="gray">
          <a:xfrm>
            <a:off x="2015704" y="2759711"/>
            <a:ext cx="0" cy="28805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E67E11C1-742C-9C95-DE76-08C169FEC390}"/>
              </a:ext>
            </a:extLst>
          </p:cNvPr>
          <p:cNvCxnSpPr>
            <a:cxnSpLocks/>
            <a:stCxn id="75" idx="4"/>
            <a:endCxn id="77" idx="0"/>
          </p:cNvCxnSpPr>
          <p:nvPr/>
        </p:nvCxnSpPr>
        <p:spPr bwMode="gray">
          <a:xfrm>
            <a:off x="2592205" y="2759711"/>
            <a:ext cx="0" cy="28805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CDC5C3D1-3A9F-A65D-3036-9C1EA538F446}"/>
              </a:ext>
            </a:extLst>
          </p:cNvPr>
          <p:cNvCxnSpPr>
            <a:cxnSpLocks/>
            <a:stCxn id="77" idx="4"/>
            <a:endCxn id="78" idx="7"/>
          </p:cNvCxnSpPr>
          <p:nvPr/>
        </p:nvCxnSpPr>
        <p:spPr bwMode="gray">
          <a:xfrm flipH="1">
            <a:off x="2380573" y="3263767"/>
            <a:ext cx="211632" cy="24771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07481B9A-628C-BBB0-514B-0BCE64F06C3E}"/>
              </a:ext>
            </a:extLst>
          </p:cNvPr>
          <p:cNvCxnSpPr>
            <a:cxnSpLocks/>
            <a:stCxn id="76" idx="4"/>
            <a:endCxn id="78" idx="1"/>
          </p:cNvCxnSpPr>
          <p:nvPr/>
        </p:nvCxnSpPr>
        <p:spPr bwMode="gray">
          <a:xfrm>
            <a:off x="2015704" y="3263767"/>
            <a:ext cx="212133" cy="24771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9F6DCA97-04D7-9451-6499-4F3C8061E252}"/>
              </a:ext>
            </a:extLst>
          </p:cNvPr>
          <p:cNvCxnSpPr>
            <a:cxnSpLocks/>
            <a:stCxn id="33" idx="6"/>
            <a:endCxn id="54" idx="2"/>
          </p:cNvCxnSpPr>
          <p:nvPr/>
        </p:nvCxnSpPr>
        <p:spPr bwMode="gray">
          <a:xfrm flipV="1">
            <a:off x="6367705" y="3339587"/>
            <a:ext cx="292551" cy="245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52831BBE-13BF-4235-8406-07C5CAA2F7ED}"/>
                  </a:ext>
                </a:extLst>
              </p:cNvPr>
              <p:cNvSpPr txBox="1"/>
              <p:nvPr/>
            </p:nvSpPr>
            <p:spPr bwMode="gray">
              <a:xfrm>
                <a:off x="468001" y="2147099"/>
                <a:ext cx="3672408" cy="21711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r>
                        <a:rPr lang="en-US" sz="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sz="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r>
                        <a:rPr lang="en-US" sz="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sz="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US" sz="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sz="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US" sz="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sz="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𝕀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&gt;0</m:t>
                          </m:r>
                        </m:e>
                      </m:d>
                    </m:oMath>
                  </m:oMathPara>
                </a14:m>
                <a:endParaRPr lang="x-none" sz="800" dirty="0"/>
              </a:p>
            </p:txBody>
          </p:sp>
        </mc:Choice>
        <mc:Fallback xmlns="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0AC2F6BF-FA1F-538F-5F40-093B6DD519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68001" y="2147099"/>
                <a:ext cx="3672408" cy="217111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1950C9B5-C1A2-624E-377B-75BCE9062FF6}"/>
                  </a:ext>
                </a:extLst>
              </p:cNvPr>
              <p:cNvSpPr txBox="1"/>
              <p:nvPr/>
            </p:nvSpPr>
            <p:spPr bwMode="gray">
              <a:xfrm>
                <a:off x="4330492" y="2139702"/>
                <a:ext cx="3905413" cy="21544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  <m:r>
                            <a:rPr lang="en-US" sz="8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8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  <m:r>
                            <a:rPr lang="en-US" sz="8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US" sz="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sz="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8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8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p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US" sz="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sz="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US" sz="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sz="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8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8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p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US" sz="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sz="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US" sz="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x-none" sz="800" dirty="0"/>
              </a:p>
            </p:txBody>
          </p:sp>
        </mc:Choice>
        <mc:Fallback xmlns="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15EB6FC7-DFA6-37DD-CD8E-98A1C3F697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330492" y="2139702"/>
                <a:ext cx="3905413" cy="215444"/>
              </a:xfrm>
              <a:prstGeom prst="rect">
                <a:avLst/>
              </a:prstGeom>
              <a:blipFill>
                <a:blip r:embed="rId19"/>
                <a:stretch>
                  <a:fillRect b="-555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60526676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4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36" dur="1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37" dur="1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38" dur="1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6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1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4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58" dur="5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  <p:set>
                                      <p:cBhvr>
                                        <p:cTn id="59" dur="5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60" dur="5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5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3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9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2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4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7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99" dur="5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100" dur="5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01" dur="5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2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03" dur="5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104" dur="5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05" dur="5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6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07" dur="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108" dur="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09" dur="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0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11" dur="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112" dur="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13" dur="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4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15" dur="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116" dur="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17" dur="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8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19" dur="5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120" dur="5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21" dur="5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2" fill="hold">
                      <p:stCondLst>
                        <p:cond delay="indefinite"/>
                      </p:stCondLst>
                      <p:childTnLst>
                        <p:par>
                          <p:cTn id="123" fill="hold">
                            <p:stCondLst>
                              <p:cond delay="0"/>
                            </p:stCondLst>
                            <p:childTnLst>
                              <p:par>
                                <p:cTn id="1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9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0" fill="hold">
                      <p:stCondLst>
                        <p:cond delay="indefinite"/>
                      </p:stCondLst>
                      <p:childTnLst>
                        <p:par>
                          <p:cTn id="131" fill="hold">
                            <p:stCondLst>
                              <p:cond delay="0"/>
                            </p:stCondLst>
                            <p:childTnLst>
                              <p:par>
                                <p:cTn id="132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4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>
                      <p:stCondLst>
                        <p:cond delay="indefinite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9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5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6" fill="hold">
                      <p:stCondLst>
                        <p:cond delay="indefinite"/>
                      </p:stCondLst>
                      <p:childTnLst>
                        <p:par>
                          <p:cTn id="147" fill="hold">
                            <p:stCondLst>
                              <p:cond delay="0"/>
                            </p:stCondLst>
                            <p:childTnLst>
                              <p:par>
                                <p:cTn id="14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0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1" fill="hold">
                      <p:stCondLst>
                        <p:cond delay="indefinite"/>
                      </p:stCondLst>
                      <p:childTnLst>
                        <p:par>
                          <p:cTn id="152" fill="hold">
                            <p:stCondLst>
                              <p:cond delay="0"/>
                            </p:stCondLst>
                            <p:childTnLst>
                              <p:par>
                                <p:cTn id="15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5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6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8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1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2" fill="hold">
                      <p:stCondLst>
                        <p:cond delay="indefinite"/>
                      </p:stCondLst>
                      <p:childTnLst>
                        <p:par>
                          <p:cTn id="163" fill="hold">
                            <p:stCondLst>
                              <p:cond delay="0"/>
                            </p:stCondLst>
                            <p:childTnLst>
                              <p:par>
                                <p:cTn id="16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6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7" fill="hold">
                      <p:stCondLst>
                        <p:cond delay="indefinite"/>
                      </p:stCondLst>
                      <p:childTnLst>
                        <p:par>
                          <p:cTn id="168" fill="hold">
                            <p:stCondLst>
                              <p:cond delay="0"/>
                            </p:stCondLst>
                            <p:childTnLst>
                              <p:par>
                                <p:cTn id="169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70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  <p:set>
                                      <p:cBhvr>
                                        <p:cTn id="171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72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3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74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  <p:set>
                                      <p:cBhvr>
                                        <p:cTn id="175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76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7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7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  <p:set>
                                      <p:cBhvr>
                                        <p:cTn id="179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80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82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  <p:set>
                                      <p:cBhvr>
                                        <p:cTn id="183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84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86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  <p:set>
                                      <p:cBhvr>
                                        <p:cTn id="187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88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9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90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  <p:set>
                                      <p:cBhvr>
                                        <p:cTn id="191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92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3" fill="hold">
                      <p:stCondLst>
                        <p:cond delay="indefinite"/>
                      </p:stCondLst>
                      <p:childTnLst>
                        <p:par>
                          <p:cTn id="194" fill="hold">
                            <p:stCondLst>
                              <p:cond delay="0"/>
                            </p:stCondLst>
                            <p:childTnLst>
                              <p:par>
                                <p:cTn id="19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7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8" fill="hold">
                      <p:stCondLst>
                        <p:cond delay="indefinite"/>
                      </p:stCondLst>
                      <p:childTnLst>
                        <p:par>
                          <p:cTn id="199" fill="hold">
                            <p:stCondLst>
                              <p:cond delay="0"/>
                            </p:stCondLst>
                            <p:childTnLst>
                              <p:par>
                                <p:cTn id="20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2" dur="50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3" fill="hold">
                      <p:stCondLst>
                        <p:cond delay="indefinite"/>
                      </p:stCondLst>
                      <p:childTnLst>
                        <p:par>
                          <p:cTn id="204" fill="hold">
                            <p:stCondLst>
                              <p:cond delay="0"/>
                            </p:stCondLst>
                            <p:childTnLst>
                              <p:par>
                                <p:cTn id="20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7" dur="500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26" grpId="0" animBg="1"/>
      <p:bldP spid="27" grpId="0" animBg="1"/>
      <p:bldP spid="31" grpId="0" animBg="1"/>
      <p:bldP spid="32" grpId="0" animBg="1"/>
      <p:bldP spid="33" grpId="0" animBg="1"/>
      <p:bldP spid="47" grpId="0" animBg="1"/>
      <p:bldP spid="53" grpId="0" animBg="1"/>
      <p:bldP spid="54" grpId="0" animBg="1"/>
      <p:bldP spid="56" grpId="0" animBg="1"/>
      <p:bldP spid="74" grpId="0" animBg="1"/>
      <p:bldP spid="75" grpId="0" animBg="1"/>
      <p:bldP spid="76" grpId="0" animBg="1"/>
      <p:bldP spid="77" grpId="0" animBg="1"/>
      <p:bldP spid="78" grpId="0" animBg="1"/>
      <p:bldP spid="87" grpId="0" animBg="1"/>
      <p:bldP spid="8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6455536F-C2E6-CA7D-6D41-71E9A80A367B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6949528" cy="3563938"/>
              </a:xfrm>
            </p:spPr>
            <p:txBody>
              <a:bodyPr/>
              <a:lstStyle/>
              <a:p>
                <a:r>
                  <a:rPr lang="en-US" dirty="0"/>
                  <a:t>In modelling specific data, domain experts often know whether two (latent) measurements can affect each other or not (i.e., are independent)</a:t>
                </a:r>
              </a:p>
              <a:p>
                <a:pPr lvl="1"/>
                <a:r>
                  <a:rPr lang="en-US" sz="1200" b="1" dirty="0"/>
                  <a:t>Examples</a:t>
                </a:r>
                <a:r>
                  <a:rPr lang="en-US" sz="1200" dirty="0"/>
                  <a:t>: </a:t>
                </a:r>
              </a:p>
              <a:p>
                <a:pPr lvl="2"/>
                <a:r>
                  <a:rPr lang="en-US" sz="1200" dirty="0"/>
                  <a:t>Skills of two players in a video game are not dependent if they never played before </a:t>
                </a:r>
              </a:p>
              <a:p>
                <a:pPr lvl="2"/>
                <a:r>
                  <a:rPr lang="en-US" sz="1200" dirty="0"/>
                  <a:t>Skills of two players in a video game </a:t>
                </a:r>
                <a:r>
                  <a:rPr lang="en-US" sz="1200" i="1" dirty="0"/>
                  <a:t>are</a:t>
                </a:r>
                <a:r>
                  <a:rPr lang="en-US" sz="1200" dirty="0"/>
                  <a:t> dependent if they have played many times!</a:t>
                </a:r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Graphical models are useful to determine conditional independence.</a:t>
                </a:r>
              </a:p>
              <a:p>
                <a:r>
                  <a:rPr lang="en-US" b="1" dirty="0"/>
                  <a:t>Conditional Independence</a:t>
                </a:r>
                <a:r>
                  <a:rPr lang="en-US" dirty="0"/>
                  <a:t>. </a:t>
                </a:r>
                <a:r>
                  <a:rPr lang="en-US" i="1" dirty="0"/>
                  <a:t>A random variable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i="1" dirty="0"/>
                  <a:t> is conditionally independent of a random variable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i="1" dirty="0"/>
                  <a:t> given the variable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i="1" dirty="0"/>
                  <a:t> if for all values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en-US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sz="1200" dirty="0"/>
                  <a:t>Equivalent definition: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200" i="1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  <m:sub>
                                <m:r>
                                  <a:rPr lang="en-US" sz="12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200" i="1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  <m:sub>
                                <m:r>
                                  <a:rPr lang="en-US" sz="12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endParaRPr lang="en-US" sz="1200" dirty="0"/>
              </a:p>
              <a:p>
                <a:pPr lvl="1"/>
                <a:r>
                  <a:rPr lang="en-US" sz="1200" dirty="0"/>
                  <a:t>Shorthand notation (</a:t>
                </a:r>
                <a:r>
                  <a:rPr lang="en-US" sz="1200" dirty="0" err="1"/>
                  <a:t>Dawid</a:t>
                </a:r>
                <a:r>
                  <a:rPr lang="en-US" sz="1200" dirty="0"/>
                  <a:t>, 1979):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⊥</m:t>
                    </m:r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</m:t>
                    </m:r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en-US" sz="120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6455536F-C2E6-CA7D-6D41-71E9A80A36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6949528" cy="3563938"/>
              </a:xfrm>
              <a:blipFill>
                <a:blip r:embed="rId2"/>
                <a:stretch>
                  <a:fillRect t="-3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8DBA71FA-AD23-95A1-9C21-AA1250DFC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Conditional Independence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41F1488-7F54-D0AA-E42A-8A00DA286E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937771" y="1187559"/>
            <a:ext cx="648072" cy="9736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373F08F-8B5F-D737-B092-D02B380770F9}"/>
              </a:ext>
            </a:extLst>
          </p:cNvPr>
          <p:cNvSpPr txBox="1"/>
          <p:nvPr/>
        </p:nvSpPr>
        <p:spPr bwMode="gray">
          <a:xfrm>
            <a:off x="7806716" y="2161188"/>
            <a:ext cx="91018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00" b="1" dirty="0">
                <a:solidFill>
                  <a:srgbClr val="202122"/>
                </a:solidFill>
                <a:latin typeface="Arial" panose="020B0604020202020204" pitchFamily="34" charset="0"/>
              </a:rPr>
              <a:t>Philip </a:t>
            </a:r>
            <a:r>
              <a:rPr lang="en-US" sz="800" b="1" dirty="0" err="1">
                <a:solidFill>
                  <a:srgbClr val="202122"/>
                </a:solidFill>
                <a:latin typeface="Arial" panose="020B0604020202020204" pitchFamily="34" charset="0"/>
              </a:rPr>
              <a:t>Dawid</a:t>
            </a:r>
            <a:br>
              <a:rPr lang="en-US" sz="800" b="1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</a:br>
            <a:r>
              <a:rPr lang="en-US" sz="800" b="1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(1946– )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084704882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7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5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37313B-B1D2-4AEB-8E87-1C760FFC2C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4B4B779-941F-0E4D-E69E-32C9CECEC7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58774" y="1239838"/>
            <a:ext cx="7309569" cy="3563938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Graphical Models</a:t>
            </a:r>
          </a:p>
          <a:p>
            <a:r>
              <a:rPr lang="en-GB" b="1" dirty="0"/>
              <a:t>Directed Graphical Models: Bayesian Networks</a:t>
            </a:r>
          </a:p>
          <a:p>
            <a:r>
              <a:rPr lang="en-GB" dirty="0"/>
              <a:t>Undirected Graphical Models: Markov Random Fields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63E524B-AA66-83C6-94C7-6A1894CE82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</p:spTree>
    <p:extLst>
      <p:ext uri="{BB962C8B-B14F-4D97-AF65-F5344CB8AC3E}">
        <p14:creationId xmlns:p14="http://schemas.microsoft.com/office/powerpoint/2010/main" val="33122634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F04EA4E6-975F-C888-69DE-8EED6FDEDC1B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358776" y="1124780"/>
                <a:ext cx="7453584" cy="2250122"/>
              </a:xfrm>
            </p:spPr>
            <p:txBody>
              <a:bodyPr/>
              <a:lstStyle/>
              <a:p>
                <a:r>
                  <a:rPr lang="x-none" b="1" dirty="0"/>
                  <a:t>Observation</a:t>
                </a:r>
                <a:r>
                  <a:rPr lang="x-none" dirty="0"/>
                  <a:t>. Any joint distribution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x-none" dirty="0"/>
                  <a:t> can be written as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x-none" dirty="0"/>
              </a:p>
              <a:p>
                <a:r>
                  <a:rPr lang="x-none" b="1"/>
                  <a:t>Bayesian </a:t>
                </a:r>
                <a:r>
                  <a:rPr lang="x-none" b="1" dirty="0"/>
                  <a:t>Network</a:t>
                </a:r>
                <a:r>
                  <a:rPr lang="x-none" dirty="0"/>
                  <a:t>. </a:t>
                </a:r>
                <a:r>
                  <a:rPr lang="x-none" i="1" dirty="0"/>
                  <a:t>Given a joint distribution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i="0">
                                          <a:latin typeface="Cambria Math" panose="02040503050406030204" pitchFamily="18" charset="0"/>
                                        </a:rPr>
                                        <m:t>parents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x-none" i="1" dirty="0"/>
              </a:p>
              <a:p>
                <a:pPr marL="268287" lvl="1" indent="0">
                  <a:buNone/>
                </a:pPr>
                <a:r>
                  <a:rPr lang="x-none" i="1" dirty="0"/>
                  <a:t>a </a:t>
                </a:r>
                <a:r>
                  <a:rPr lang="x-none" dirty="0"/>
                  <a:t>Bayesian network</a:t>
                </a:r>
                <a:r>
                  <a:rPr lang="x-none" i="1" dirty="0"/>
                  <a:t> is a graph with a node for every variable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x-none" i="1" dirty="0"/>
                  <a:t>, and a directed edge from every variable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parent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x-none" dirty="0"/>
                  <a:t>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x-none" dirty="0"/>
                  <a:t>. </a:t>
                </a:r>
                <a:endParaRPr lang="x-none" b="1" dirty="0"/>
              </a:p>
              <a:p>
                <a:r>
                  <a:rPr lang="x-none" b="1" dirty="0"/>
                  <a:t>Examples</a:t>
                </a:r>
                <a:r>
                  <a:rPr lang="x-none" dirty="0"/>
                  <a:t>: For 3 variables, we have these four </a:t>
                </a:r>
                <a:r>
                  <a:rPr lang="x-none"/>
                  <a:t>generic Bayesian </a:t>
                </a:r>
                <a:r>
                  <a:rPr lang="x-none" dirty="0"/>
                  <a:t>networks</a:t>
                </a:r>
              </a:p>
            </p:txBody>
          </p:sp>
        </mc:Choice>
        <mc:Fallback xmlns=""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F04EA4E6-975F-C888-69DE-8EED6FDEDC1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358776" y="1124780"/>
                <a:ext cx="7453584" cy="2250122"/>
              </a:xfrm>
              <a:blipFill>
                <a:blip r:embed="rId2"/>
                <a:stretch>
                  <a:fillRect t="-17978" b="-286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tle 3">
            <a:extLst>
              <a:ext uri="{FF2B5EF4-FFF2-40B4-BE49-F238E27FC236}">
                <a16:creationId xmlns:a16="http://schemas.microsoft.com/office/drawing/2014/main" id="{13B797AE-F660-51F1-5476-6372EA92DB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Bayesian </a:t>
            </a:r>
            <a:r>
              <a:rPr lang="x-none" dirty="0"/>
              <a:t>Networks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BF43FB09-C41D-47DB-72A4-39585FA8876E}"/>
                  </a:ext>
                </a:extLst>
              </p:cNvPr>
              <p:cNvSpPr/>
              <p:nvPr/>
            </p:nvSpPr>
            <p:spPr bwMode="gray">
              <a:xfrm>
                <a:off x="745019" y="3807431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de-DE" sz="1000" b="0" i="1" dirty="0" smtClean="0">
                              <a:solidFill>
                                <a:schemeClr val="tx1"/>
                              </a:solidFill>
                              <a:latin typeface="Cambria Math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BF43FB09-C41D-47DB-72A4-39585FA8876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45019" y="3807431"/>
                <a:ext cx="216000" cy="216000"/>
              </a:xfrm>
              <a:prstGeom prst="ellipse">
                <a:avLst/>
              </a:prstGeom>
              <a:blipFill rotWithShape="1">
                <a:blip r:embed="rId3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DF04414D-0AE9-F4FE-2E99-1777CC633ACC}"/>
                  </a:ext>
                </a:extLst>
              </p:cNvPr>
              <p:cNvSpPr/>
              <p:nvPr/>
            </p:nvSpPr>
            <p:spPr bwMode="gray">
              <a:xfrm>
                <a:off x="1321520" y="3807431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DF04414D-0AE9-F4FE-2E99-1777CC633AC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321520" y="3807431"/>
                <a:ext cx="216000" cy="216000"/>
              </a:xfrm>
              <a:prstGeom prst="ellipse">
                <a:avLst/>
              </a:prstGeom>
              <a:blipFill>
                <a:blip r:embed="rId4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A2F384CF-2583-A9E8-30F3-D6D817F50F7E}"/>
                  </a:ext>
                </a:extLst>
              </p:cNvPr>
              <p:cNvSpPr/>
              <p:nvPr/>
            </p:nvSpPr>
            <p:spPr bwMode="gray">
              <a:xfrm>
                <a:off x="1032558" y="4275694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A2F384CF-2583-A9E8-30F3-D6D817F50F7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032558" y="4275694"/>
                <a:ext cx="216000" cy="216000"/>
              </a:xfrm>
              <a:prstGeom prst="ellipse">
                <a:avLst/>
              </a:prstGeom>
              <a:blipFill>
                <a:blip r:embed="rId5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E983E4D-E936-1D47-41DE-C586CE37B75C}"/>
              </a:ext>
            </a:extLst>
          </p:cNvPr>
          <p:cNvCxnSpPr>
            <a:cxnSpLocks/>
            <a:stCxn id="6" idx="4"/>
            <a:endCxn id="8" idx="1"/>
          </p:cNvCxnSpPr>
          <p:nvPr/>
        </p:nvCxnSpPr>
        <p:spPr bwMode="gray">
          <a:xfrm>
            <a:off x="853019" y="4023431"/>
            <a:ext cx="211171" cy="28389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21EF292-0C37-A498-3E8C-580AE2BD37BE}"/>
              </a:ext>
            </a:extLst>
          </p:cNvPr>
          <p:cNvCxnSpPr>
            <a:cxnSpLocks/>
            <a:stCxn id="6" idx="6"/>
            <a:endCxn id="7" idx="2"/>
          </p:cNvCxnSpPr>
          <p:nvPr/>
        </p:nvCxnSpPr>
        <p:spPr bwMode="gray">
          <a:xfrm>
            <a:off x="961019" y="3915431"/>
            <a:ext cx="36050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C1D0AE4-82EE-DB5E-27FC-DCDAE7919C40}"/>
              </a:ext>
            </a:extLst>
          </p:cNvPr>
          <p:cNvCxnSpPr>
            <a:cxnSpLocks/>
            <a:stCxn id="7" idx="4"/>
            <a:endCxn id="8" idx="7"/>
          </p:cNvCxnSpPr>
          <p:nvPr/>
        </p:nvCxnSpPr>
        <p:spPr bwMode="gray">
          <a:xfrm flipH="1">
            <a:off x="1216926" y="4023431"/>
            <a:ext cx="212594" cy="28389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F382F31B-2BEF-80E4-02CC-A97DFE798CCA}"/>
                  </a:ext>
                </a:extLst>
              </p:cNvPr>
              <p:cNvSpPr/>
              <p:nvPr/>
            </p:nvSpPr>
            <p:spPr bwMode="gray">
              <a:xfrm>
                <a:off x="2722579" y="3799822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F382F31B-2BEF-80E4-02CC-A97DFE798CC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722579" y="3799822"/>
                <a:ext cx="216000" cy="216000"/>
              </a:xfrm>
              <a:prstGeom prst="ellipse">
                <a:avLst/>
              </a:prstGeom>
              <a:blipFill>
                <a:blip r:embed="rId6"/>
                <a:stretch>
                  <a:fillRect l="-11111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7840F633-D853-C347-23A5-4188970869F1}"/>
                  </a:ext>
                </a:extLst>
              </p:cNvPr>
              <p:cNvSpPr/>
              <p:nvPr/>
            </p:nvSpPr>
            <p:spPr bwMode="gray">
              <a:xfrm>
                <a:off x="3299080" y="3799822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7840F633-D853-C347-23A5-4188970869F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299080" y="3799822"/>
                <a:ext cx="216000" cy="216000"/>
              </a:xfrm>
              <a:prstGeom prst="ellipse">
                <a:avLst/>
              </a:prstGeom>
              <a:blipFill>
                <a:blip r:embed="rId7"/>
                <a:stretch>
                  <a:fillRect l="-10526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972337D8-5214-A725-522D-015C1ABE1379}"/>
                  </a:ext>
                </a:extLst>
              </p:cNvPr>
              <p:cNvSpPr/>
              <p:nvPr/>
            </p:nvSpPr>
            <p:spPr bwMode="gray">
              <a:xfrm>
                <a:off x="3010118" y="4268085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972337D8-5214-A725-522D-015C1ABE137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010118" y="4268085"/>
                <a:ext cx="216000" cy="216000"/>
              </a:xfrm>
              <a:prstGeom prst="ellipse">
                <a:avLst/>
              </a:prstGeom>
              <a:blipFill>
                <a:blip r:embed="rId8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3563CD1-303E-12A6-00CD-870D67DDAA64}"/>
              </a:ext>
            </a:extLst>
          </p:cNvPr>
          <p:cNvCxnSpPr>
            <a:cxnSpLocks/>
            <a:stCxn id="20" idx="4"/>
            <a:endCxn id="22" idx="1"/>
          </p:cNvCxnSpPr>
          <p:nvPr/>
        </p:nvCxnSpPr>
        <p:spPr bwMode="gray">
          <a:xfrm>
            <a:off x="2830579" y="4015822"/>
            <a:ext cx="211171" cy="28389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1F71625-0FA4-9D8A-6345-96A59E12ECBD}"/>
              </a:ext>
            </a:extLst>
          </p:cNvPr>
          <p:cNvCxnSpPr>
            <a:cxnSpLocks/>
            <a:stCxn id="20" idx="6"/>
            <a:endCxn id="21" idx="2"/>
          </p:cNvCxnSpPr>
          <p:nvPr/>
        </p:nvCxnSpPr>
        <p:spPr bwMode="gray">
          <a:xfrm>
            <a:off x="2938579" y="3907822"/>
            <a:ext cx="36050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90454C50-0459-0BD0-A08D-EA23DC9DF156}"/>
                  </a:ext>
                </a:extLst>
              </p:cNvPr>
              <p:cNvSpPr/>
              <p:nvPr/>
            </p:nvSpPr>
            <p:spPr bwMode="gray">
              <a:xfrm>
                <a:off x="4585007" y="3799822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90454C50-0459-0BD0-A08D-EA23DC9DF15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585007" y="3799822"/>
                <a:ext cx="216000" cy="216000"/>
              </a:xfrm>
              <a:prstGeom prst="ellipse">
                <a:avLst/>
              </a:prstGeom>
              <a:blipFill>
                <a:blip r:embed="rId9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A9CB83FC-5D27-92D0-00D8-BA16F1056624}"/>
                  </a:ext>
                </a:extLst>
              </p:cNvPr>
              <p:cNvSpPr/>
              <p:nvPr/>
            </p:nvSpPr>
            <p:spPr bwMode="gray">
              <a:xfrm>
                <a:off x="5161508" y="3799822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A9CB83FC-5D27-92D0-00D8-BA16F105662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161508" y="3799822"/>
                <a:ext cx="216000" cy="216000"/>
              </a:xfrm>
              <a:prstGeom prst="ellipse">
                <a:avLst/>
              </a:prstGeom>
              <a:blipFill>
                <a:blip r:embed="rId10"/>
                <a:stretch>
                  <a:fillRect l="-11111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A376FD48-1A62-7DF3-1FCA-FFEAB562FF30}"/>
                  </a:ext>
                </a:extLst>
              </p:cNvPr>
              <p:cNvSpPr/>
              <p:nvPr/>
            </p:nvSpPr>
            <p:spPr bwMode="gray">
              <a:xfrm>
                <a:off x="4872546" y="4268085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A376FD48-1A62-7DF3-1FCA-FFEAB562FF3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872546" y="4268085"/>
                <a:ext cx="216000" cy="216000"/>
              </a:xfrm>
              <a:prstGeom prst="ellipse">
                <a:avLst/>
              </a:prstGeom>
              <a:blipFill>
                <a:blip r:embed="rId11"/>
                <a:stretch>
                  <a:fillRect l="-10526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AC97A35-157A-B274-C3DC-10B587C02494}"/>
              </a:ext>
            </a:extLst>
          </p:cNvPr>
          <p:cNvCxnSpPr>
            <a:cxnSpLocks/>
            <a:stCxn id="31" idx="6"/>
            <a:endCxn id="32" idx="2"/>
          </p:cNvCxnSpPr>
          <p:nvPr/>
        </p:nvCxnSpPr>
        <p:spPr bwMode="gray">
          <a:xfrm>
            <a:off x="4801007" y="3907822"/>
            <a:ext cx="36050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580C028-01DD-5206-110D-F8FB213C05D9}"/>
              </a:ext>
            </a:extLst>
          </p:cNvPr>
          <p:cNvCxnSpPr>
            <a:cxnSpLocks/>
            <a:stCxn id="32" idx="4"/>
            <a:endCxn id="33" idx="7"/>
          </p:cNvCxnSpPr>
          <p:nvPr/>
        </p:nvCxnSpPr>
        <p:spPr bwMode="gray">
          <a:xfrm flipH="1">
            <a:off x="5056914" y="4015822"/>
            <a:ext cx="212594" cy="28389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9800814F-36D5-3B2D-AAF6-B61EAB78C5C6}"/>
                  </a:ext>
                </a:extLst>
              </p:cNvPr>
              <p:cNvSpPr txBox="1"/>
              <p:nvPr/>
            </p:nvSpPr>
            <p:spPr bwMode="gray">
              <a:xfrm>
                <a:off x="35496" y="4541837"/>
                <a:ext cx="2160240" cy="2154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a:rPr lang="en-US" sz="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8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800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8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800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8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x-none" sz="800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9800814F-36D5-3B2D-AAF6-B61EAB78C5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5496" y="4541837"/>
                <a:ext cx="2160240" cy="215444"/>
              </a:xfrm>
              <a:prstGeom prst="rect">
                <a:avLst/>
              </a:prstGeom>
              <a:blipFill>
                <a:blip r:embed="rId12"/>
                <a:stretch>
                  <a:fillRect b="-5556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4094BE9F-AFA8-1427-E463-CB18E4E77AAF}"/>
                  </a:ext>
                </a:extLst>
              </p:cNvPr>
              <p:cNvSpPr txBox="1"/>
              <p:nvPr/>
            </p:nvSpPr>
            <p:spPr bwMode="gray">
              <a:xfrm>
                <a:off x="2195736" y="4463295"/>
                <a:ext cx="1845103" cy="4385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a:rPr lang="en-US" sz="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8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800" b="0" i="1" smtClean="0">
                          <a:latin typeface="Cambria Math" panose="02040503050406030204" pitchFamily="18" charset="0"/>
                        </a:rPr>
                        <m:t>⋅</m:t>
                      </m:r>
                      <m:nary>
                        <m:naryPr>
                          <m:chr m:val="∏"/>
                          <m:ctrlPr>
                            <a:rPr lang="en-US" sz="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=2</m:t>
                          </m:r>
                        </m:sub>
                        <m:sup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  <m:e>
                          <m:r>
                            <a:rPr lang="en-US" sz="80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4094BE9F-AFA8-1427-E463-CB18E4E77A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195736" y="4463295"/>
                <a:ext cx="1845103" cy="438582"/>
              </a:xfrm>
              <a:prstGeom prst="rect">
                <a:avLst/>
              </a:prstGeom>
              <a:blipFill>
                <a:blip r:embed="rId13"/>
                <a:stretch>
                  <a:fillRect t="-77143" b="-128571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124E9454-ADC4-B4A1-97F9-5F1BA09C1C48}"/>
                  </a:ext>
                </a:extLst>
              </p:cNvPr>
              <p:cNvSpPr txBox="1"/>
              <p:nvPr/>
            </p:nvSpPr>
            <p:spPr bwMode="gray">
              <a:xfrm>
                <a:off x="4067944" y="4469829"/>
                <a:ext cx="1845103" cy="4385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a:rPr lang="en-US" sz="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8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800" b="0" i="1" smtClean="0">
                          <a:latin typeface="Cambria Math" panose="02040503050406030204" pitchFamily="18" charset="0"/>
                        </a:rPr>
                        <m:t>⋅</m:t>
                      </m:r>
                      <m:nary>
                        <m:naryPr>
                          <m:chr m:val="∏"/>
                          <m:ctrlPr>
                            <a:rPr lang="en-US" sz="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=2</m:t>
                          </m:r>
                        </m:sub>
                        <m:sup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  <m:e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8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sz="800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124E9454-ADC4-B4A1-97F9-5F1BA09C1C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067944" y="4469829"/>
                <a:ext cx="1845103" cy="438582"/>
              </a:xfrm>
              <a:prstGeom prst="rect">
                <a:avLst/>
              </a:prstGeom>
              <a:blipFill>
                <a:blip r:embed="rId14"/>
                <a:stretch>
                  <a:fillRect t="-72222" b="-122222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F8A941DA-C69D-B58C-9CB3-495373BEEF60}"/>
                  </a:ext>
                </a:extLst>
              </p:cNvPr>
              <p:cNvSpPr txBox="1"/>
              <p:nvPr/>
            </p:nvSpPr>
            <p:spPr bwMode="gray">
              <a:xfrm>
                <a:off x="5796136" y="4469829"/>
                <a:ext cx="1845103" cy="4494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a:rPr lang="en-US" sz="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8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sz="800" b="0" i="1" smtClean="0">
                          <a:latin typeface="Cambria Math" panose="02040503050406030204" pitchFamily="18" charset="0"/>
                        </a:rPr>
                        <m:t>⋅</m:t>
                      </m:r>
                      <m:nary>
                        <m:naryPr>
                          <m:chr m:val="∏"/>
                          <m:ctrlPr>
                            <a:rPr lang="en-US" sz="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  <m:e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F8A941DA-C69D-B58C-9CB3-495373BEEF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796136" y="4469829"/>
                <a:ext cx="1845103" cy="449482"/>
              </a:xfrm>
              <a:prstGeom prst="rect">
                <a:avLst/>
              </a:prstGeom>
              <a:blipFill>
                <a:blip r:embed="rId15"/>
                <a:stretch>
                  <a:fillRect t="-70270" b="-116216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Oval 55">
                <a:extLst>
                  <a:ext uri="{FF2B5EF4-FFF2-40B4-BE49-F238E27FC236}">
                    <a16:creationId xmlns:a16="http://schemas.microsoft.com/office/drawing/2014/main" id="{6C68A46F-B012-74C0-14FA-D59D61162A9D}"/>
                  </a:ext>
                </a:extLst>
              </p:cNvPr>
              <p:cNvSpPr/>
              <p:nvPr/>
            </p:nvSpPr>
            <p:spPr bwMode="gray">
              <a:xfrm>
                <a:off x="6444974" y="3808392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6" name="Oval 55">
                <a:extLst>
                  <a:ext uri="{FF2B5EF4-FFF2-40B4-BE49-F238E27FC236}">
                    <a16:creationId xmlns:a16="http://schemas.microsoft.com/office/drawing/2014/main" id="{6C68A46F-B012-74C0-14FA-D59D61162A9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444974" y="3808392"/>
                <a:ext cx="216000" cy="216000"/>
              </a:xfrm>
              <a:prstGeom prst="ellipse">
                <a:avLst/>
              </a:prstGeom>
              <a:blipFill>
                <a:blip r:embed="rId16"/>
                <a:stretch>
                  <a:fillRect l="-5000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D338D707-E60B-7427-1FE5-2C3F6684F334}"/>
                  </a:ext>
                </a:extLst>
              </p:cNvPr>
              <p:cNvSpPr/>
              <p:nvPr/>
            </p:nvSpPr>
            <p:spPr bwMode="gray">
              <a:xfrm>
                <a:off x="7021475" y="3808392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D338D707-E60B-7427-1FE5-2C3F6684F33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021475" y="3808392"/>
                <a:ext cx="216000" cy="216000"/>
              </a:xfrm>
              <a:prstGeom prst="ellipse">
                <a:avLst/>
              </a:prstGeom>
              <a:blipFill>
                <a:blip r:embed="rId17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Oval 57">
                <a:extLst>
                  <a:ext uri="{FF2B5EF4-FFF2-40B4-BE49-F238E27FC236}">
                    <a16:creationId xmlns:a16="http://schemas.microsoft.com/office/drawing/2014/main" id="{9FBE3393-17A5-5A8F-BEF7-1BD5DD5B87C0}"/>
                  </a:ext>
                </a:extLst>
              </p:cNvPr>
              <p:cNvSpPr/>
              <p:nvPr/>
            </p:nvSpPr>
            <p:spPr bwMode="gray">
              <a:xfrm>
                <a:off x="6732513" y="4276655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8" name="Oval 57">
                <a:extLst>
                  <a:ext uri="{FF2B5EF4-FFF2-40B4-BE49-F238E27FC236}">
                    <a16:creationId xmlns:a16="http://schemas.microsoft.com/office/drawing/2014/main" id="{9FBE3393-17A5-5A8F-BEF7-1BD5DD5B87C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732513" y="4276655"/>
                <a:ext cx="216000" cy="216000"/>
              </a:xfrm>
              <a:prstGeom prst="ellipse">
                <a:avLst/>
              </a:prstGeom>
              <a:blipFill>
                <a:blip r:embed="rId18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5302C8BD-652D-86BD-BD23-16720ED0843B}"/>
              </a:ext>
            </a:extLst>
          </p:cNvPr>
          <p:cNvCxnSpPr>
            <a:cxnSpLocks/>
            <a:stCxn id="56" idx="4"/>
            <a:endCxn id="58" idx="1"/>
          </p:cNvCxnSpPr>
          <p:nvPr/>
        </p:nvCxnSpPr>
        <p:spPr bwMode="gray">
          <a:xfrm>
            <a:off x="6552974" y="4024392"/>
            <a:ext cx="211171" cy="28389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5BF2680D-F29A-7662-3076-D3885BC7C354}"/>
              </a:ext>
            </a:extLst>
          </p:cNvPr>
          <p:cNvCxnSpPr>
            <a:cxnSpLocks/>
            <a:stCxn id="57" idx="4"/>
            <a:endCxn id="58" idx="7"/>
          </p:cNvCxnSpPr>
          <p:nvPr/>
        </p:nvCxnSpPr>
        <p:spPr bwMode="gray">
          <a:xfrm flipH="1">
            <a:off x="6916881" y="4024392"/>
            <a:ext cx="212594" cy="28389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424D4276-AB69-A3FF-B6C9-61E97CBE5E46}"/>
              </a:ext>
            </a:extLst>
          </p:cNvPr>
          <p:cNvSpPr txBox="1"/>
          <p:nvPr/>
        </p:nvSpPr>
        <p:spPr bwMode="gray">
          <a:xfrm>
            <a:off x="615734" y="4851956"/>
            <a:ext cx="914400" cy="21602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GB" sz="1000" dirty="0">
                <a:solidFill>
                  <a:srgbClr val="C00000"/>
                </a:solidFill>
              </a:rPr>
              <a:t>full mesh</a:t>
            </a:r>
            <a:endParaRPr lang="x-none" sz="1000" dirty="0" err="1">
              <a:solidFill>
                <a:srgbClr val="C00000"/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1428AE5-2D87-3BF3-E21E-111813799040}"/>
              </a:ext>
            </a:extLst>
          </p:cNvPr>
          <p:cNvSpPr txBox="1"/>
          <p:nvPr/>
        </p:nvSpPr>
        <p:spPr bwMode="gray">
          <a:xfrm>
            <a:off x="2584550" y="4856600"/>
            <a:ext cx="914400" cy="21602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GB" sz="1000" dirty="0">
                <a:solidFill>
                  <a:srgbClr val="C00000"/>
                </a:solidFill>
              </a:rPr>
              <a:t>star</a:t>
            </a:r>
            <a:endParaRPr lang="x-none" sz="1000" dirty="0" err="1">
              <a:solidFill>
                <a:srgbClr val="C0000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0A55149F-47EB-96AA-2759-F11FD3CBA1D0}"/>
              </a:ext>
            </a:extLst>
          </p:cNvPr>
          <p:cNvSpPr txBox="1"/>
          <p:nvPr/>
        </p:nvSpPr>
        <p:spPr bwMode="gray">
          <a:xfrm>
            <a:off x="4555416" y="4851956"/>
            <a:ext cx="914400" cy="21602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GB" sz="1000" dirty="0">
                <a:solidFill>
                  <a:srgbClr val="C00000"/>
                </a:solidFill>
              </a:rPr>
              <a:t>chain</a:t>
            </a:r>
            <a:endParaRPr lang="x-none" sz="1000" dirty="0" err="1">
              <a:solidFill>
                <a:srgbClr val="C00000"/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D9E48EF-7496-D42D-9C88-C4F73D0A82D3}"/>
              </a:ext>
            </a:extLst>
          </p:cNvPr>
          <p:cNvSpPr txBox="1"/>
          <p:nvPr/>
        </p:nvSpPr>
        <p:spPr bwMode="gray">
          <a:xfrm>
            <a:off x="6383313" y="4876006"/>
            <a:ext cx="914400" cy="21602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GB" sz="1000" dirty="0">
                <a:solidFill>
                  <a:srgbClr val="C00000"/>
                </a:solidFill>
              </a:rPr>
              <a:t>sink</a:t>
            </a:r>
            <a:endParaRPr lang="x-none" sz="1000" dirty="0" err="1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9692884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0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8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3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7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2" fill="hold">
                      <p:stCondLst>
                        <p:cond delay="indefinite"/>
                      </p:stCondLst>
                      <p:childTnLst>
                        <p:par>
                          <p:cTn id="113" fill="hold">
                            <p:stCondLst>
                              <p:cond delay="0"/>
                            </p:stCondLst>
                            <p:childTnLst>
                              <p:par>
                                <p:cTn id="11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6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indefinite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1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4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7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0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5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8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3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20" grpId="0" animBg="1"/>
      <p:bldP spid="21" grpId="0" animBg="1"/>
      <p:bldP spid="22" grpId="0" animBg="1"/>
      <p:bldP spid="31" grpId="0" animBg="1"/>
      <p:bldP spid="32" grpId="0" animBg="1"/>
      <p:bldP spid="33" grpId="0" animBg="1"/>
      <p:bldP spid="38" grpId="0"/>
      <p:bldP spid="39" grpId="0"/>
      <p:bldP spid="41" grpId="0"/>
      <p:bldP spid="47" grpId="0"/>
      <p:bldP spid="56" grpId="0" animBg="1"/>
      <p:bldP spid="57" grpId="0" animBg="1"/>
      <p:bldP spid="58" grpId="0" animBg="1"/>
      <p:bldP spid="62" grpId="0"/>
      <p:bldP spid="63" grpId="0"/>
      <p:bldP spid="64" grpId="0"/>
      <p:bldP spid="65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5" name="Rounded Rectangle 14">
                <a:extLst>
                  <a:ext uri="{FF2B5EF4-FFF2-40B4-BE49-F238E27FC236}">
                    <a16:creationId xmlns:a16="http://schemas.microsoft.com/office/drawing/2014/main" id="{582D2E86-4CEE-FCC6-0032-8245341DEF37}"/>
                  </a:ext>
                </a:extLst>
              </p:cNvPr>
              <p:cNvSpPr/>
              <p:nvPr/>
            </p:nvSpPr>
            <p:spPr bwMode="gray">
              <a:xfrm>
                <a:off x="7821767" y="1919347"/>
                <a:ext cx="481096" cy="661521"/>
              </a:xfrm>
              <a:prstGeom prst="roundRect">
                <a:avLst/>
              </a:prstGeom>
              <a:noFill/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x-none" sz="7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=2,…,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x-none" sz="5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" name="Rounded Rectangle 14">
                <a:extLst>
                  <a:ext uri="{FF2B5EF4-FFF2-40B4-BE49-F238E27FC236}">
                    <a16:creationId xmlns:a16="http://schemas.microsoft.com/office/drawing/2014/main" id="{582D2E86-4CEE-FCC6-0032-8245341DEF3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821767" y="1919347"/>
                <a:ext cx="481096" cy="661521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 w="952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B95B336-616A-9B6A-3457-6BC8E2B5AB8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58776" y="1239837"/>
            <a:ext cx="7005900" cy="2097101"/>
          </a:xfrm>
        </p:spPr>
        <p:txBody>
          <a:bodyPr/>
          <a:lstStyle/>
          <a:p>
            <a:r>
              <a:rPr lang="en-US" b="1" dirty="0"/>
              <a:t>Plate</a:t>
            </a:r>
            <a:r>
              <a:rPr lang="en-US" dirty="0"/>
              <a:t>. If a subset of variables has the same relation only differing in their index, we use a ”plate” to collapse them into a single graphical element.</a:t>
            </a:r>
          </a:p>
          <a:p>
            <a:pPr lvl="1"/>
            <a:r>
              <a:rPr lang="en-US" sz="1200" dirty="0"/>
              <a:t>Increase readability of models for large amounts of parameters and data</a:t>
            </a:r>
          </a:p>
          <a:p>
            <a:r>
              <a:rPr lang="en-US" dirty="0"/>
              <a:t>A Bayesian network must always be a </a:t>
            </a:r>
            <a:r>
              <a:rPr lang="en-US" b="1" dirty="0"/>
              <a:t>directed acyclic graph</a:t>
            </a:r>
            <a:r>
              <a:rPr lang="en-US" dirty="0"/>
              <a:t> because only those have a topological order corresponding to a variable order.</a:t>
            </a:r>
            <a:endParaRPr lang="en-US" sz="1200" b="1" dirty="0"/>
          </a:p>
          <a:p>
            <a:r>
              <a:rPr lang="en-US" b="1" dirty="0"/>
              <a:t>Observed Variables</a:t>
            </a:r>
            <a:r>
              <a:rPr lang="en-US" dirty="0"/>
              <a:t>. If a subset of variables has been observed (“data”), the variable nodes are usually shaded (“clamped”).</a:t>
            </a:r>
            <a:endParaRPr lang="en-US" b="1" dirty="0"/>
          </a:p>
          <a:p>
            <a:pPr lvl="1"/>
            <a:r>
              <a:rPr lang="en-US" sz="1200" b="1" dirty="0"/>
              <a:t>Example</a:t>
            </a:r>
            <a:r>
              <a:rPr lang="en-US" sz="1200" dirty="0"/>
              <a:t>: Discriminatory Models</a:t>
            </a:r>
            <a:endParaRPr lang="en-US" sz="1200" b="1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1006F2A-2EE2-D0A5-BD8B-73552D7136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Bayesian Network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42E14595-3F35-ED79-133F-5616F6D94A7E}"/>
                  </a:ext>
                </a:extLst>
              </p:cNvPr>
              <p:cNvSpPr/>
              <p:nvPr/>
            </p:nvSpPr>
            <p:spPr bwMode="gray">
              <a:xfrm>
                <a:off x="7939854" y="1536764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42E14595-3F35-ED79-133F-5616F6D94A7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939854" y="1536764"/>
                <a:ext cx="216000" cy="216000"/>
              </a:xfrm>
              <a:prstGeom prst="ellipse">
                <a:avLst/>
              </a:prstGeom>
              <a:blipFill>
                <a:blip r:embed="rId3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CA92E454-1628-9A86-BEF9-2660F14E3295}"/>
                  </a:ext>
                </a:extLst>
              </p:cNvPr>
              <p:cNvSpPr/>
              <p:nvPr/>
            </p:nvSpPr>
            <p:spPr bwMode="gray">
              <a:xfrm>
                <a:off x="7947672" y="2085930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CA92E454-1628-9A86-BEF9-2660F14E329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947672" y="2085930"/>
                <a:ext cx="216000" cy="216000"/>
              </a:xfrm>
              <a:prstGeom prst="ellipse">
                <a:avLst/>
              </a:prstGeom>
              <a:blipFill>
                <a:blip r:embed="rId4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FBC0C4E-C50A-2A37-E702-1C59A677197F}"/>
              </a:ext>
            </a:extLst>
          </p:cNvPr>
          <p:cNvCxnSpPr>
            <a:cxnSpLocks/>
            <a:stCxn id="4" idx="4"/>
            <a:endCxn id="6" idx="0"/>
          </p:cNvCxnSpPr>
          <p:nvPr/>
        </p:nvCxnSpPr>
        <p:spPr bwMode="gray">
          <a:xfrm>
            <a:off x="8047854" y="1752764"/>
            <a:ext cx="7818" cy="3331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45C92A2-A070-8722-85AF-A7C685802B36}"/>
                  </a:ext>
                </a:extLst>
              </p:cNvPr>
              <p:cNvSpPr txBox="1"/>
              <p:nvPr/>
            </p:nvSpPr>
            <p:spPr bwMode="gray">
              <a:xfrm>
                <a:off x="7164288" y="1131590"/>
                <a:ext cx="1845103" cy="4285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sz="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8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800" b="0" i="1" smtClean="0">
                          <a:latin typeface="Cambria Math" panose="02040503050406030204" pitchFamily="18" charset="0"/>
                        </a:rPr>
                        <m:t>⋅</m:t>
                      </m:r>
                      <m:nary>
                        <m:naryPr>
                          <m:chr m:val="∏"/>
                          <m:ctrlPr>
                            <a:rPr lang="en-US" sz="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=2</m:t>
                          </m:r>
                        </m:sub>
                        <m:sup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45C92A2-A070-8722-85AF-A7C685802B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164288" y="1131590"/>
                <a:ext cx="1845103" cy="428515"/>
              </a:xfrm>
              <a:prstGeom prst="rect">
                <a:avLst/>
              </a:prstGeom>
              <a:blipFill>
                <a:blip r:embed="rId5"/>
                <a:stretch>
                  <a:fillRect t="-82353" b="-13235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Rounded Rectangle 15">
                <a:extLst>
                  <a:ext uri="{FF2B5EF4-FFF2-40B4-BE49-F238E27FC236}">
                    <a16:creationId xmlns:a16="http://schemas.microsoft.com/office/drawing/2014/main" id="{6566E93F-40F7-6FB5-0E74-11B63BFA89AC}"/>
                  </a:ext>
                </a:extLst>
              </p:cNvPr>
              <p:cNvSpPr/>
              <p:nvPr/>
            </p:nvSpPr>
            <p:spPr bwMode="gray">
              <a:xfrm>
                <a:off x="2978132" y="4034454"/>
                <a:ext cx="841136" cy="625282"/>
              </a:xfrm>
              <a:prstGeom prst="roundRect">
                <a:avLst/>
              </a:prstGeom>
              <a:noFill/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x-none" sz="7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=1,…,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x-none" sz="5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6" name="Rounded Rectangle 15">
                <a:extLst>
                  <a:ext uri="{FF2B5EF4-FFF2-40B4-BE49-F238E27FC236}">
                    <a16:creationId xmlns:a16="http://schemas.microsoft.com/office/drawing/2014/main" id="{6566E93F-40F7-6FB5-0E74-11B63BFA89A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978132" y="4034454"/>
                <a:ext cx="841136" cy="625282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952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0AEBA7A9-CE7D-EB38-35E6-01C5E86A6B98}"/>
                  </a:ext>
                </a:extLst>
              </p:cNvPr>
              <p:cNvSpPr/>
              <p:nvPr/>
            </p:nvSpPr>
            <p:spPr bwMode="gray">
              <a:xfrm>
                <a:off x="3456259" y="3651870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𝑾</m:t>
                      </m:r>
                    </m:oMath>
                  </m:oMathPara>
                </a14:m>
                <a:endParaRPr lang="x-none" sz="1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0AEBA7A9-CE7D-EB38-35E6-01C5E86A6B9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456259" y="3651870"/>
                <a:ext cx="216000" cy="216000"/>
              </a:xfrm>
              <a:prstGeom prst="ellipse">
                <a:avLst/>
              </a:prstGeom>
              <a:blipFill>
                <a:blip r:embed="rId7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B2BC4F6F-CD57-8037-7133-F6D069EEE3AD}"/>
                  </a:ext>
                </a:extLst>
              </p:cNvPr>
              <p:cNvSpPr/>
              <p:nvPr/>
            </p:nvSpPr>
            <p:spPr bwMode="gray">
              <a:xfrm>
                <a:off x="3464077" y="4201036"/>
                <a:ext cx="216000" cy="216000"/>
              </a:xfrm>
              <a:prstGeom prst="ellipse">
                <a:avLst/>
              </a:prstGeom>
              <a:solidFill>
                <a:schemeClr val="accent5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B2BC4F6F-CD57-8037-7133-F6D069EEE3A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464077" y="4201036"/>
                <a:ext cx="216000" cy="216000"/>
              </a:xfrm>
              <a:prstGeom prst="ellipse">
                <a:avLst/>
              </a:prstGeom>
              <a:blipFill>
                <a:blip r:embed="rId8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F46BC3D-20F9-89B1-2B5C-7300195448BB}"/>
              </a:ext>
            </a:extLst>
          </p:cNvPr>
          <p:cNvCxnSpPr>
            <a:cxnSpLocks/>
            <a:stCxn id="17" idx="4"/>
            <a:endCxn id="18" idx="0"/>
          </p:cNvCxnSpPr>
          <p:nvPr/>
        </p:nvCxnSpPr>
        <p:spPr bwMode="gray">
          <a:xfrm>
            <a:off x="3564259" y="3867870"/>
            <a:ext cx="7818" cy="3331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46825D6B-1CE8-D96D-91B8-55D564F58BE8}"/>
                  </a:ext>
                </a:extLst>
              </p:cNvPr>
              <p:cNvSpPr/>
              <p:nvPr/>
            </p:nvSpPr>
            <p:spPr bwMode="gray">
              <a:xfrm>
                <a:off x="3063014" y="4201036"/>
                <a:ext cx="216000" cy="216000"/>
              </a:xfrm>
              <a:prstGeom prst="ellipse">
                <a:avLst/>
              </a:prstGeom>
              <a:solidFill>
                <a:schemeClr val="accent5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10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x-none" sz="1000" b="1" dirty="0">
                    <a:solidFill>
                      <a:schemeClr val="tx1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46825D6B-1CE8-D96D-91B8-55D564F58BE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063014" y="4201036"/>
                <a:ext cx="216000" cy="216000"/>
              </a:xfrm>
              <a:prstGeom prst="ellipse">
                <a:avLst/>
              </a:prstGeom>
              <a:blipFill>
                <a:blip r:embed="rId9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67C5D86-5927-D595-0179-DD38176E1395}"/>
              </a:ext>
            </a:extLst>
          </p:cNvPr>
          <p:cNvCxnSpPr>
            <a:cxnSpLocks/>
            <a:stCxn id="20" idx="6"/>
            <a:endCxn id="18" idx="2"/>
          </p:cNvCxnSpPr>
          <p:nvPr/>
        </p:nvCxnSpPr>
        <p:spPr bwMode="gray">
          <a:xfrm>
            <a:off x="3279014" y="4309036"/>
            <a:ext cx="18506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5646CA0-A2E1-9320-E4DC-DB01D6B98AFE}"/>
                  </a:ext>
                </a:extLst>
              </p:cNvPr>
              <p:cNvSpPr txBox="1"/>
              <p:nvPr/>
            </p:nvSpPr>
            <p:spPr bwMode="gray">
              <a:xfrm>
                <a:off x="2239916" y="3219822"/>
                <a:ext cx="3556219" cy="51244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0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𝒘</m:t>
                          </m:r>
                          <m: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1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1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10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1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sz="1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ctrlP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1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1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sz="1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1000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𝒘</m:t>
                              </m:r>
                            </m:e>
                          </m:d>
                        </m:e>
                      </m:nary>
                      <m:r>
                        <a:rPr lang="en-US" sz="1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1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0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</m:d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5646CA0-A2E1-9320-E4DC-DB01D6B98A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239916" y="3219822"/>
                <a:ext cx="3556219" cy="512448"/>
              </a:xfrm>
              <a:prstGeom prst="rect">
                <a:avLst/>
              </a:prstGeom>
              <a:blipFill>
                <a:blip r:embed="rId10"/>
                <a:stretch>
                  <a:fillRect t="-87805" b="-1414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045233A-CC76-B90E-D12F-A820FA02AFBC}"/>
                  </a:ext>
                </a:extLst>
              </p:cNvPr>
              <p:cNvSpPr txBox="1"/>
              <p:nvPr/>
            </p:nvSpPr>
            <p:spPr bwMode="gray">
              <a:xfrm>
                <a:off x="2248136" y="4659982"/>
                <a:ext cx="2880320" cy="51244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0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𝒘</m:t>
                          </m:r>
                          <m: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d>
                            <m:dPr>
                              <m:ctrlPr>
                                <a:rPr lang="en-US" sz="1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1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1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,…,</m:t>
                          </m:r>
                          <m:d>
                            <m:dPr>
                              <m:ctrlPr>
                                <a:rPr lang="en-US" sz="1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1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1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sz="1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∝</m:t>
                      </m:r>
                      <m:nary>
                        <m:naryPr>
                          <m:chr m:val="∏"/>
                          <m:ctrlP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1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1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sz="1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1000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𝒘</m:t>
                              </m:r>
                            </m:e>
                          </m:d>
                        </m:e>
                      </m:nary>
                      <m:r>
                        <a:rPr lang="en-US" sz="1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1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0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</m:d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045233A-CC76-B90E-D12F-A820FA02AF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248136" y="4659982"/>
                <a:ext cx="2880320" cy="512448"/>
              </a:xfrm>
              <a:prstGeom prst="rect">
                <a:avLst/>
              </a:prstGeom>
              <a:blipFill>
                <a:blip r:embed="rId11"/>
                <a:stretch>
                  <a:fillRect t="-83333" b="-13571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29112308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0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5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0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71" dur="1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72" dur="1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73" dur="1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9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  <p:set>
                                      <p:cBhvr>
                                        <p:cTn id="9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94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  <p:set>
                                      <p:cBhvr>
                                        <p:cTn id="95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4" grpId="0" animBg="1"/>
      <p:bldP spid="6" grpId="0" animBg="1"/>
      <p:bldP spid="9" grpId="0"/>
      <p:bldP spid="16" grpId="0" animBg="1"/>
      <p:bldP spid="17" grpId="0" animBg="1"/>
      <p:bldP spid="18" grpId="0" animBg="1"/>
      <p:bldP spid="20" grpId="0" animBg="1"/>
      <p:bldP spid="11" grpId="0"/>
      <p:bldP spid="1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2" name="Table 11">
                <a:extLst>
                  <a:ext uri="{FF2B5EF4-FFF2-40B4-BE49-F238E27FC236}">
                    <a16:creationId xmlns:a16="http://schemas.microsoft.com/office/drawing/2014/main" id="{BDEC12E9-A67D-CFC5-E485-2538AA008D9F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4339929" y="2244085"/>
              <a:ext cx="1025548" cy="4572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8280">
                      <a:extLst>
                        <a:ext uri="{9D8B030D-6E8A-4147-A177-3AD203B41FA5}">
                          <a16:colId xmlns:a16="http://schemas.microsoft.com/office/drawing/2014/main" val="1502425811"/>
                        </a:ext>
                      </a:extLst>
                    </a:gridCol>
                    <a:gridCol w="208280">
                      <a:extLst>
                        <a:ext uri="{9D8B030D-6E8A-4147-A177-3AD203B41FA5}">
                          <a16:colId xmlns:a16="http://schemas.microsoft.com/office/drawing/2014/main" val="849169594"/>
                        </a:ext>
                      </a:extLst>
                    </a:gridCol>
                    <a:gridCol w="608988">
                      <a:extLst>
                        <a:ext uri="{9D8B030D-6E8A-4147-A177-3AD203B41FA5}">
                          <a16:colId xmlns:a16="http://schemas.microsoft.com/office/drawing/2014/main" val="51511714"/>
                        </a:ext>
                      </a:extLst>
                    </a:gridCol>
                  </a:tblGrid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  <m:d>
                                  <m:d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|</m:t>
                                    </m:r>
                                    <m:sSub>
                                      <m:sSubPr>
                                        <m:ctrlP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67604455"/>
                      </a:ext>
                    </a:extLst>
                  </a:tr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3203294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2" name="Table 11">
                <a:extLst>
                  <a:ext uri="{FF2B5EF4-FFF2-40B4-BE49-F238E27FC236}">
                    <a16:creationId xmlns:a16="http://schemas.microsoft.com/office/drawing/2014/main" id="{BDEC12E9-A67D-CFC5-E485-2538AA008D9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41421881"/>
                  </p:ext>
                </p:extLst>
              </p:nvPr>
            </p:nvGraphicFramePr>
            <p:xfrm>
              <a:off x="4339929" y="2244085"/>
              <a:ext cx="1025548" cy="4572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8280">
                      <a:extLst>
                        <a:ext uri="{9D8B030D-6E8A-4147-A177-3AD203B41FA5}">
                          <a16:colId xmlns:a16="http://schemas.microsoft.com/office/drawing/2014/main" val="1502425811"/>
                        </a:ext>
                      </a:extLst>
                    </a:gridCol>
                    <a:gridCol w="208280">
                      <a:extLst>
                        <a:ext uri="{9D8B030D-6E8A-4147-A177-3AD203B41FA5}">
                          <a16:colId xmlns:a16="http://schemas.microsoft.com/office/drawing/2014/main" val="849169594"/>
                        </a:ext>
                      </a:extLst>
                    </a:gridCol>
                    <a:gridCol w="608988">
                      <a:extLst>
                        <a:ext uri="{9D8B030D-6E8A-4147-A177-3AD203B41FA5}">
                          <a16:colId xmlns:a16="http://schemas.microsoft.com/office/drawing/2014/main" val="51511714"/>
                        </a:ext>
                      </a:extLst>
                    </a:gridCol>
                  </a:tblGrid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3"/>
                          <a:stretch>
                            <a:fillRect l="-5882" r="-394118" b="-1052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3"/>
                          <a:stretch>
                            <a:fillRect l="-112500" r="-318750" b="-1052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3"/>
                          <a:stretch>
                            <a:fillRect l="-69388" r="-4082" b="-10526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67604455"/>
                      </a:ext>
                    </a:extLst>
                  </a:tr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3"/>
                          <a:stretch>
                            <a:fillRect l="-5882" t="-105556" r="-394118" b="-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3"/>
                          <a:stretch>
                            <a:fillRect l="-112500" t="-105556" r="-318750" b="-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3"/>
                          <a:stretch>
                            <a:fillRect l="-69388" t="-105556" r="-4082" b="-111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32032942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9" name="Table 28">
                <a:extLst>
                  <a:ext uri="{FF2B5EF4-FFF2-40B4-BE49-F238E27FC236}">
                    <a16:creationId xmlns:a16="http://schemas.microsoft.com/office/drawing/2014/main" id="{49B752AD-9CD8-9504-AD63-F0F3E3C4A1ED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4339929" y="2244085"/>
              <a:ext cx="1025548" cy="685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8280">
                      <a:extLst>
                        <a:ext uri="{9D8B030D-6E8A-4147-A177-3AD203B41FA5}">
                          <a16:colId xmlns:a16="http://schemas.microsoft.com/office/drawing/2014/main" val="1502425811"/>
                        </a:ext>
                      </a:extLst>
                    </a:gridCol>
                    <a:gridCol w="208280">
                      <a:extLst>
                        <a:ext uri="{9D8B030D-6E8A-4147-A177-3AD203B41FA5}">
                          <a16:colId xmlns:a16="http://schemas.microsoft.com/office/drawing/2014/main" val="849169594"/>
                        </a:ext>
                      </a:extLst>
                    </a:gridCol>
                    <a:gridCol w="608988">
                      <a:extLst>
                        <a:ext uri="{9D8B030D-6E8A-4147-A177-3AD203B41FA5}">
                          <a16:colId xmlns:a16="http://schemas.microsoft.com/office/drawing/2014/main" val="51511714"/>
                        </a:ext>
                      </a:extLst>
                    </a:gridCol>
                  </a:tblGrid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  <m:d>
                                  <m:d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|</m:t>
                                    </m:r>
                                    <m:sSub>
                                      <m:sSubPr>
                                        <m:ctrlP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67604455"/>
                      </a:ext>
                    </a:extLst>
                  </a:tr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32032942"/>
                      </a:ext>
                    </a:extLst>
                  </a:tr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21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6842741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9" name="Table 28">
                <a:extLst>
                  <a:ext uri="{FF2B5EF4-FFF2-40B4-BE49-F238E27FC236}">
                    <a16:creationId xmlns:a16="http://schemas.microsoft.com/office/drawing/2014/main" id="{49B752AD-9CD8-9504-AD63-F0F3E3C4A1E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46852077"/>
                  </p:ext>
                </p:extLst>
              </p:nvPr>
            </p:nvGraphicFramePr>
            <p:xfrm>
              <a:off x="4339929" y="2244085"/>
              <a:ext cx="1025548" cy="685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8280">
                      <a:extLst>
                        <a:ext uri="{9D8B030D-6E8A-4147-A177-3AD203B41FA5}">
                          <a16:colId xmlns:a16="http://schemas.microsoft.com/office/drawing/2014/main" val="1502425811"/>
                        </a:ext>
                      </a:extLst>
                    </a:gridCol>
                    <a:gridCol w="208280">
                      <a:extLst>
                        <a:ext uri="{9D8B030D-6E8A-4147-A177-3AD203B41FA5}">
                          <a16:colId xmlns:a16="http://schemas.microsoft.com/office/drawing/2014/main" val="849169594"/>
                        </a:ext>
                      </a:extLst>
                    </a:gridCol>
                    <a:gridCol w="608988">
                      <a:extLst>
                        <a:ext uri="{9D8B030D-6E8A-4147-A177-3AD203B41FA5}">
                          <a16:colId xmlns:a16="http://schemas.microsoft.com/office/drawing/2014/main" val="51511714"/>
                        </a:ext>
                      </a:extLst>
                    </a:gridCol>
                  </a:tblGrid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4"/>
                          <a:stretch>
                            <a:fillRect l="-5882" r="-394118" b="-2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4"/>
                          <a:stretch>
                            <a:fillRect l="-112500" r="-318750" b="-2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4"/>
                          <a:stretch>
                            <a:fillRect l="-69388" r="-4082" b="-2111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67604455"/>
                      </a:ext>
                    </a:extLst>
                  </a:tr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4"/>
                          <a:stretch>
                            <a:fillRect l="-5882" t="-94737" r="-394118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4"/>
                          <a:stretch>
                            <a:fillRect l="-112500" t="-94737" r="-318750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4"/>
                          <a:stretch>
                            <a:fillRect l="-69388" t="-94737" r="-4082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32032942"/>
                      </a:ext>
                    </a:extLst>
                  </a:tr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4"/>
                          <a:stretch>
                            <a:fillRect l="-5882" t="-205556" r="-394118" b="-555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4"/>
                          <a:stretch>
                            <a:fillRect l="-112500" t="-205556" r="-318750" b="-555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4"/>
                          <a:stretch>
                            <a:fillRect l="-69388" t="-205556" r="-4082" b="-555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6842741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0" name="Table 29">
                <a:extLst>
                  <a:ext uri="{FF2B5EF4-FFF2-40B4-BE49-F238E27FC236}">
                    <a16:creationId xmlns:a16="http://schemas.microsoft.com/office/drawing/2014/main" id="{512CE61D-4A61-1862-4A38-F17FB17AFA07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4339929" y="2244085"/>
              <a:ext cx="1025548" cy="11430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8280">
                      <a:extLst>
                        <a:ext uri="{9D8B030D-6E8A-4147-A177-3AD203B41FA5}">
                          <a16:colId xmlns:a16="http://schemas.microsoft.com/office/drawing/2014/main" val="1502425811"/>
                        </a:ext>
                      </a:extLst>
                    </a:gridCol>
                    <a:gridCol w="208280">
                      <a:extLst>
                        <a:ext uri="{9D8B030D-6E8A-4147-A177-3AD203B41FA5}">
                          <a16:colId xmlns:a16="http://schemas.microsoft.com/office/drawing/2014/main" val="849169594"/>
                        </a:ext>
                      </a:extLst>
                    </a:gridCol>
                    <a:gridCol w="608988">
                      <a:extLst>
                        <a:ext uri="{9D8B030D-6E8A-4147-A177-3AD203B41FA5}">
                          <a16:colId xmlns:a16="http://schemas.microsoft.com/office/drawing/2014/main" val="51511714"/>
                        </a:ext>
                      </a:extLst>
                    </a:gridCol>
                  </a:tblGrid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  <m:d>
                                  <m:d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|</m:t>
                                    </m:r>
                                    <m:sSub>
                                      <m:sSubPr>
                                        <m:ctrlP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67604455"/>
                      </a:ext>
                    </a:extLst>
                  </a:tr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32032942"/>
                      </a:ext>
                    </a:extLst>
                  </a:tr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21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68427416"/>
                      </a:ext>
                    </a:extLst>
                  </a:tr>
                  <a:tr h="159680">
                    <a:tc gridSpan="3"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x-none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x-none" sz="105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03089097"/>
                      </a:ext>
                    </a:extLst>
                  </a:tr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1−∑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3612661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0" name="Table 29">
                <a:extLst>
                  <a:ext uri="{FF2B5EF4-FFF2-40B4-BE49-F238E27FC236}">
                    <a16:creationId xmlns:a16="http://schemas.microsoft.com/office/drawing/2014/main" id="{512CE61D-4A61-1862-4A38-F17FB17AFA0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60084837"/>
                  </p:ext>
                </p:extLst>
              </p:nvPr>
            </p:nvGraphicFramePr>
            <p:xfrm>
              <a:off x="4339929" y="2244085"/>
              <a:ext cx="1025548" cy="11430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8280">
                      <a:extLst>
                        <a:ext uri="{9D8B030D-6E8A-4147-A177-3AD203B41FA5}">
                          <a16:colId xmlns:a16="http://schemas.microsoft.com/office/drawing/2014/main" val="1502425811"/>
                        </a:ext>
                      </a:extLst>
                    </a:gridCol>
                    <a:gridCol w="208280">
                      <a:extLst>
                        <a:ext uri="{9D8B030D-6E8A-4147-A177-3AD203B41FA5}">
                          <a16:colId xmlns:a16="http://schemas.microsoft.com/office/drawing/2014/main" val="849169594"/>
                        </a:ext>
                      </a:extLst>
                    </a:gridCol>
                    <a:gridCol w="608988">
                      <a:extLst>
                        <a:ext uri="{9D8B030D-6E8A-4147-A177-3AD203B41FA5}">
                          <a16:colId xmlns:a16="http://schemas.microsoft.com/office/drawing/2014/main" val="51511714"/>
                        </a:ext>
                      </a:extLst>
                    </a:gridCol>
                  </a:tblGrid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5"/>
                          <a:stretch>
                            <a:fillRect l="-5882" r="-394118" b="-4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5"/>
                          <a:stretch>
                            <a:fillRect l="-112500" r="-318750" b="-4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5"/>
                          <a:stretch>
                            <a:fillRect l="-69388" r="-4082" b="-4111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67604455"/>
                      </a:ext>
                    </a:extLst>
                  </a:tr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5"/>
                          <a:stretch>
                            <a:fillRect l="-5882" t="-100000" r="-394118" b="-3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5"/>
                          <a:stretch>
                            <a:fillRect l="-112500" t="-100000" r="-318750" b="-3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5"/>
                          <a:stretch>
                            <a:fillRect l="-69388" t="-100000" r="-4082" b="-3111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32032942"/>
                      </a:ext>
                    </a:extLst>
                  </a:tr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5"/>
                          <a:stretch>
                            <a:fillRect l="-5882" t="-189474" r="-394118" b="-1947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5"/>
                          <a:stretch>
                            <a:fillRect l="-112500" t="-189474" r="-318750" b="-1947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5"/>
                          <a:stretch>
                            <a:fillRect l="-69388" t="-189474" r="-4082" b="-19473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68427416"/>
                      </a:ext>
                    </a:extLst>
                  </a:tr>
                  <a:tr h="228600">
                    <a:tc gridSpan="3"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5"/>
                          <a:stretch>
                            <a:fillRect l="-1220" t="-305556" r="-2439" b="-105556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DE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pPr/>
                          <a:endParaRPr lang="en-DE" sz="105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03089097"/>
                      </a:ext>
                    </a:extLst>
                  </a:tr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5"/>
                          <a:stretch>
                            <a:fillRect l="-5882" t="-405556" r="-394118" b="-555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5"/>
                          <a:stretch>
                            <a:fillRect l="-112500" t="-405556" r="-318750" b="-555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5"/>
                          <a:stretch>
                            <a:fillRect l="-69388" t="-405556" r="-4082" b="-555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36126613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1" name="Table 30">
                <a:extLst>
                  <a:ext uri="{FF2B5EF4-FFF2-40B4-BE49-F238E27FC236}">
                    <a16:creationId xmlns:a16="http://schemas.microsoft.com/office/drawing/2014/main" id="{8D8AC894-328F-B949-E900-3788A2238AEA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4339929" y="2244085"/>
              <a:ext cx="1025548" cy="13716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8280">
                      <a:extLst>
                        <a:ext uri="{9D8B030D-6E8A-4147-A177-3AD203B41FA5}">
                          <a16:colId xmlns:a16="http://schemas.microsoft.com/office/drawing/2014/main" val="1502425811"/>
                        </a:ext>
                      </a:extLst>
                    </a:gridCol>
                    <a:gridCol w="208280">
                      <a:extLst>
                        <a:ext uri="{9D8B030D-6E8A-4147-A177-3AD203B41FA5}">
                          <a16:colId xmlns:a16="http://schemas.microsoft.com/office/drawing/2014/main" val="849169594"/>
                        </a:ext>
                      </a:extLst>
                    </a:gridCol>
                    <a:gridCol w="608988">
                      <a:extLst>
                        <a:ext uri="{9D8B030D-6E8A-4147-A177-3AD203B41FA5}">
                          <a16:colId xmlns:a16="http://schemas.microsoft.com/office/drawing/2014/main" val="51511714"/>
                        </a:ext>
                      </a:extLst>
                    </a:gridCol>
                  </a:tblGrid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  <m:d>
                                  <m:d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|</m:t>
                                    </m:r>
                                    <m:sSub>
                                      <m:sSubPr>
                                        <m:ctrlP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67604455"/>
                      </a:ext>
                    </a:extLst>
                  </a:tr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32032942"/>
                      </a:ext>
                    </a:extLst>
                  </a:tr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21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68427416"/>
                      </a:ext>
                    </a:extLst>
                  </a:tr>
                  <a:tr h="159680">
                    <a:tc gridSpan="3"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x-none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x-none" sz="105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03089097"/>
                      </a:ext>
                    </a:extLst>
                  </a:tr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1−∑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36126613"/>
                      </a:ext>
                    </a:extLst>
                  </a:tr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186202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1" name="Table 30">
                <a:extLst>
                  <a:ext uri="{FF2B5EF4-FFF2-40B4-BE49-F238E27FC236}">
                    <a16:creationId xmlns:a16="http://schemas.microsoft.com/office/drawing/2014/main" id="{8D8AC894-328F-B949-E900-3788A2238AE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41326873"/>
                  </p:ext>
                </p:extLst>
              </p:nvPr>
            </p:nvGraphicFramePr>
            <p:xfrm>
              <a:off x="4339929" y="2244085"/>
              <a:ext cx="1025548" cy="13716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8280">
                      <a:extLst>
                        <a:ext uri="{9D8B030D-6E8A-4147-A177-3AD203B41FA5}">
                          <a16:colId xmlns:a16="http://schemas.microsoft.com/office/drawing/2014/main" val="1502425811"/>
                        </a:ext>
                      </a:extLst>
                    </a:gridCol>
                    <a:gridCol w="208280">
                      <a:extLst>
                        <a:ext uri="{9D8B030D-6E8A-4147-A177-3AD203B41FA5}">
                          <a16:colId xmlns:a16="http://schemas.microsoft.com/office/drawing/2014/main" val="849169594"/>
                        </a:ext>
                      </a:extLst>
                    </a:gridCol>
                    <a:gridCol w="608988">
                      <a:extLst>
                        <a:ext uri="{9D8B030D-6E8A-4147-A177-3AD203B41FA5}">
                          <a16:colId xmlns:a16="http://schemas.microsoft.com/office/drawing/2014/main" val="51511714"/>
                        </a:ext>
                      </a:extLst>
                    </a:gridCol>
                  </a:tblGrid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6"/>
                          <a:stretch>
                            <a:fillRect l="-5882" r="-394118" b="-5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6"/>
                          <a:stretch>
                            <a:fillRect l="-112500" r="-318750" b="-5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6"/>
                          <a:stretch>
                            <a:fillRect l="-69388" r="-4082" b="-516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67604455"/>
                      </a:ext>
                    </a:extLst>
                  </a:tr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6"/>
                          <a:stretch>
                            <a:fillRect l="-5882" t="-100000" r="-394118" b="-4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6"/>
                          <a:stretch>
                            <a:fillRect l="-112500" t="-100000" r="-318750" b="-4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6"/>
                          <a:stretch>
                            <a:fillRect l="-69388" t="-100000" r="-4082" b="-416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32032942"/>
                      </a:ext>
                    </a:extLst>
                  </a:tr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6"/>
                          <a:stretch>
                            <a:fillRect l="-5882" t="-189474" r="-394118" b="-2947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6"/>
                          <a:stretch>
                            <a:fillRect l="-112500" t="-189474" r="-318750" b="-2947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6"/>
                          <a:stretch>
                            <a:fillRect l="-69388" t="-189474" r="-4082" b="-29473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68427416"/>
                      </a:ext>
                    </a:extLst>
                  </a:tr>
                  <a:tr h="228600">
                    <a:tc gridSpan="3"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6"/>
                          <a:stretch>
                            <a:fillRect l="-1220" t="-305556" r="-2439" b="-211111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DE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pPr/>
                          <a:endParaRPr lang="en-DE" sz="105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03089097"/>
                      </a:ext>
                    </a:extLst>
                  </a:tr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6"/>
                          <a:stretch>
                            <a:fillRect l="-5882" t="-405556" r="-394118" b="-1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6"/>
                          <a:stretch>
                            <a:fillRect l="-112500" t="-405556" r="-318750" b="-1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6"/>
                          <a:stretch>
                            <a:fillRect l="-69388" t="-405556" r="-4082" b="-1111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36126613"/>
                      </a:ext>
                    </a:extLst>
                  </a:tr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6"/>
                          <a:stretch>
                            <a:fillRect l="-5882" t="-505556" r="-394118" b="-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6"/>
                          <a:stretch>
                            <a:fillRect l="-112500" t="-505556" r="-318750" b="-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6"/>
                          <a:stretch>
                            <a:fillRect l="-69388" t="-505556" r="-4082" b="-111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186202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2" name="Table 31">
                <a:extLst>
                  <a:ext uri="{FF2B5EF4-FFF2-40B4-BE49-F238E27FC236}">
                    <a16:creationId xmlns:a16="http://schemas.microsoft.com/office/drawing/2014/main" id="{F134A76E-46F9-CD46-22D5-5EAD499EAF56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4339929" y="2244085"/>
              <a:ext cx="1025548" cy="1828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8280">
                      <a:extLst>
                        <a:ext uri="{9D8B030D-6E8A-4147-A177-3AD203B41FA5}">
                          <a16:colId xmlns:a16="http://schemas.microsoft.com/office/drawing/2014/main" val="1502425811"/>
                        </a:ext>
                      </a:extLst>
                    </a:gridCol>
                    <a:gridCol w="208280">
                      <a:extLst>
                        <a:ext uri="{9D8B030D-6E8A-4147-A177-3AD203B41FA5}">
                          <a16:colId xmlns:a16="http://schemas.microsoft.com/office/drawing/2014/main" val="849169594"/>
                        </a:ext>
                      </a:extLst>
                    </a:gridCol>
                    <a:gridCol w="608988">
                      <a:extLst>
                        <a:ext uri="{9D8B030D-6E8A-4147-A177-3AD203B41FA5}">
                          <a16:colId xmlns:a16="http://schemas.microsoft.com/office/drawing/2014/main" val="51511714"/>
                        </a:ext>
                      </a:extLst>
                    </a:gridCol>
                  </a:tblGrid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  <m:d>
                                  <m:d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|</m:t>
                                    </m:r>
                                    <m:sSub>
                                      <m:sSubPr>
                                        <m:ctrlP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67604455"/>
                      </a:ext>
                    </a:extLst>
                  </a:tr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32032942"/>
                      </a:ext>
                    </a:extLst>
                  </a:tr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21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68427416"/>
                      </a:ext>
                    </a:extLst>
                  </a:tr>
                  <a:tr h="159680">
                    <a:tc gridSpan="3"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x-none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x-none" sz="105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03089097"/>
                      </a:ext>
                    </a:extLst>
                  </a:tr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1−∑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36126613"/>
                      </a:ext>
                    </a:extLst>
                  </a:tr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1862025"/>
                      </a:ext>
                    </a:extLst>
                  </a:tr>
                  <a:tr h="159680">
                    <a:tc gridSpan="3"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x-none" sz="1050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x-none" sz="105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86071213"/>
                      </a:ext>
                    </a:extLst>
                  </a:tr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oMath>
                            </m:oMathPara>
                          </a14:m>
                          <a:endParaRPr lang="x-none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1−∑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1869616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2" name="Table 31">
                <a:extLst>
                  <a:ext uri="{FF2B5EF4-FFF2-40B4-BE49-F238E27FC236}">
                    <a16:creationId xmlns:a16="http://schemas.microsoft.com/office/drawing/2014/main" id="{F134A76E-46F9-CD46-22D5-5EAD499EAF5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34037714"/>
                  </p:ext>
                </p:extLst>
              </p:nvPr>
            </p:nvGraphicFramePr>
            <p:xfrm>
              <a:off x="4339929" y="2244085"/>
              <a:ext cx="1025548" cy="1828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8280">
                      <a:extLst>
                        <a:ext uri="{9D8B030D-6E8A-4147-A177-3AD203B41FA5}">
                          <a16:colId xmlns:a16="http://schemas.microsoft.com/office/drawing/2014/main" val="1502425811"/>
                        </a:ext>
                      </a:extLst>
                    </a:gridCol>
                    <a:gridCol w="208280">
                      <a:extLst>
                        <a:ext uri="{9D8B030D-6E8A-4147-A177-3AD203B41FA5}">
                          <a16:colId xmlns:a16="http://schemas.microsoft.com/office/drawing/2014/main" val="849169594"/>
                        </a:ext>
                      </a:extLst>
                    </a:gridCol>
                    <a:gridCol w="608988">
                      <a:extLst>
                        <a:ext uri="{9D8B030D-6E8A-4147-A177-3AD203B41FA5}">
                          <a16:colId xmlns:a16="http://schemas.microsoft.com/office/drawing/2014/main" val="51511714"/>
                        </a:ext>
                      </a:extLst>
                    </a:gridCol>
                  </a:tblGrid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7"/>
                          <a:stretch>
                            <a:fillRect l="-5882" r="-394118" b="-7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7"/>
                          <a:stretch>
                            <a:fillRect l="-112500" r="-318750" b="-7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7"/>
                          <a:stretch>
                            <a:fillRect l="-69388" r="-4082" b="-716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67604455"/>
                      </a:ext>
                    </a:extLst>
                  </a:tr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7"/>
                          <a:stretch>
                            <a:fillRect l="-5882" t="-100000" r="-394118" b="-6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7"/>
                          <a:stretch>
                            <a:fillRect l="-112500" t="-100000" r="-318750" b="-6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7"/>
                          <a:stretch>
                            <a:fillRect l="-69388" t="-100000" r="-4082" b="-616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32032942"/>
                      </a:ext>
                    </a:extLst>
                  </a:tr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7"/>
                          <a:stretch>
                            <a:fillRect l="-5882" t="-200000" r="-394118" b="-5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7"/>
                          <a:stretch>
                            <a:fillRect l="-112500" t="-200000" r="-318750" b="-5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7"/>
                          <a:stretch>
                            <a:fillRect l="-69388" t="-200000" r="-4082" b="-516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68427416"/>
                      </a:ext>
                    </a:extLst>
                  </a:tr>
                  <a:tr h="228600">
                    <a:tc gridSpan="3"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7"/>
                          <a:stretch>
                            <a:fillRect l="-1220" t="-284211" r="-2439" b="-389474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DE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pPr/>
                          <a:endParaRPr lang="en-DE" sz="105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03089097"/>
                      </a:ext>
                    </a:extLst>
                  </a:tr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7"/>
                          <a:stretch>
                            <a:fillRect l="-5882" t="-405556" r="-394118" b="-3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7"/>
                          <a:stretch>
                            <a:fillRect l="-112500" t="-405556" r="-318750" b="-3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7"/>
                          <a:stretch>
                            <a:fillRect l="-69388" t="-405556" r="-4082" b="-3111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36126613"/>
                      </a:ext>
                    </a:extLst>
                  </a:tr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7"/>
                          <a:stretch>
                            <a:fillRect l="-5882" t="-505556" r="-394118" b="-2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7"/>
                          <a:stretch>
                            <a:fillRect l="-112500" t="-505556" r="-318750" b="-2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7"/>
                          <a:stretch>
                            <a:fillRect l="-69388" t="-505556" r="-4082" b="-2111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1862025"/>
                      </a:ext>
                    </a:extLst>
                  </a:tr>
                  <a:tr h="228600">
                    <a:tc gridSpan="3"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7"/>
                          <a:stretch>
                            <a:fillRect l="-1220" t="-605556" r="-2439" b="-111111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pPr/>
                          <a:endParaRPr lang="en-DE" sz="1050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pPr/>
                          <a:endParaRPr lang="en-DE" sz="105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86071213"/>
                      </a:ext>
                    </a:extLst>
                  </a:tr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7"/>
                          <a:stretch>
                            <a:fillRect l="-5882" t="-705556" r="-394118" b="-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7"/>
                          <a:stretch>
                            <a:fillRect l="-112500" t="-705556" r="-318750" b="-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7"/>
                          <a:stretch>
                            <a:fillRect l="-69388" t="-705556" r="-4082" b="-111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18696167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7" name="Table 26">
                <a:extLst>
                  <a:ext uri="{FF2B5EF4-FFF2-40B4-BE49-F238E27FC236}">
                    <a16:creationId xmlns:a16="http://schemas.microsoft.com/office/drawing/2014/main" id="{892FD62E-9A08-4F8C-1B36-05F0D2C6E1C2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3491880" y="2244085"/>
              <a:ext cx="693034" cy="685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8280">
                      <a:extLst>
                        <a:ext uri="{9D8B030D-6E8A-4147-A177-3AD203B41FA5}">
                          <a16:colId xmlns:a16="http://schemas.microsoft.com/office/drawing/2014/main" val="1502425811"/>
                        </a:ext>
                      </a:extLst>
                    </a:gridCol>
                    <a:gridCol w="484754">
                      <a:extLst>
                        <a:ext uri="{9D8B030D-6E8A-4147-A177-3AD203B41FA5}">
                          <a16:colId xmlns:a16="http://schemas.microsoft.com/office/drawing/2014/main" val="51511714"/>
                        </a:ext>
                      </a:extLst>
                    </a:gridCol>
                  </a:tblGrid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  <m:d>
                                  <m:d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67604455"/>
                      </a:ext>
                    </a:extLst>
                  </a:tr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32032942"/>
                      </a:ext>
                    </a:extLst>
                  </a:tr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6842741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7" name="Table 26">
                <a:extLst>
                  <a:ext uri="{FF2B5EF4-FFF2-40B4-BE49-F238E27FC236}">
                    <a16:creationId xmlns:a16="http://schemas.microsoft.com/office/drawing/2014/main" id="{892FD62E-9A08-4F8C-1B36-05F0D2C6E1C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58536061"/>
                  </p:ext>
                </p:extLst>
              </p:nvPr>
            </p:nvGraphicFramePr>
            <p:xfrm>
              <a:off x="3491880" y="2244085"/>
              <a:ext cx="693034" cy="685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8280">
                      <a:extLst>
                        <a:ext uri="{9D8B030D-6E8A-4147-A177-3AD203B41FA5}">
                          <a16:colId xmlns:a16="http://schemas.microsoft.com/office/drawing/2014/main" val="1502425811"/>
                        </a:ext>
                      </a:extLst>
                    </a:gridCol>
                    <a:gridCol w="484754">
                      <a:extLst>
                        <a:ext uri="{9D8B030D-6E8A-4147-A177-3AD203B41FA5}">
                          <a16:colId xmlns:a16="http://schemas.microsoft.com/office/drawing/2014/main" val="51511714"/>
                        </a:ext>
                      </a:extLst>
                    </a:gridCol>
                  </a:tblGrid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8"/>
                          <a:stretch>
                            <a:fillRect r="-241176" b="-2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8"/>
                          <a:stretch>
                            <a:fillRect l="-43590" r="-5128" b="-2111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67604455"/>
                      </a:ext>
                    </a:extLst>
                  </a:tr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8"/>
                          <a:stretch>
                            <a:fillRect t="-94737" r="-241176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8"/>
                          <a:stretch>
                            <a:fillRect l="-43590" t="-94737" r="-5128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32032942"/>
                      </a:ext>
                    </a:extLst>
                  </a:tr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8"/>
                          <a:stretch>
                            <a:fillRect t="-205556" r="-241176" b="-555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8"/>
                          <a:stretch>
                            <a:fillRect l="-43590" t="-205556" r="-5128" b="-555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6842741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8" name="Table 27">
                <a:extLst>
                  <a:ext uri="{FF2B5EF4-FFF2-40B4-BE49-F238E27FC236}">
                    <a16:creationId xmlns:a16="http://schemas.microsoft.com/office/drawing/2014/main" id="{7CD8A35D-630B-A2B2-CBD7-8E1360F6A7CA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3491880" y="2244085"/>
              <a:ext cx="693034" cy="11430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8280">
                      <a:extLst>
                        <a:ext uri="{9D8B030D-6E8A-4147-A177-3AD203B41FA5}">
                          <a16:colId xmlns:a16="http://schemas.microsoft.com/office/drawing/2014/main" val="1502425811"/>
                        </a:ext>
                      </a:extLst>
                    </a:gridCol>
                    <a:gridCol w="484754">
                      <a:extLst>
                        <a:ext uri="{9D8B030D-6E8A-4147-A177-3AD203B41FA5}">
                          <a16:colId xmlns:a16="http://schemas.microsoft.com/office/drawing/2014/main" val="51511714"/>
                        </a:ext>
                      </a:extLst>
                    </a:gridCol>
                  </a:tblGrid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  <m:d>
                                  <m:d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67604455"/>
                      </a:ext>
                    </a:extLst>
                  </a:tr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32032942"/>
                      </a:ext>
                    </a:extLst>
                  </a:tr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68427416"/>
                      </a:ext>
                    </a:extLst>
                  </a:tr>
                  <a:tr h="159680">
                    <a:tc gridSpan="2"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x-none" sz="105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86071213"/>
                      </a:ext>
                    </a:extLst>
                  </a:tr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1−∑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1869616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8" name="Table 27">
                <a:extLst>
                  <a:ext uri="{FF2B5EF4-FFF2-40B4-BE49-F238E27FC236}">
                    <a16:creationId xmlns:a16="http://schemas.microsoft.com/office/drawing/2014/main" id="{7CD8A35D-630B-A2B2-CBD7-8E1360F6A7C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5124585"/>
                  </p:ext>
                </p:extLst>
              </p:nvPr>
            </p:nvGraphicFramePr>
            <p:xfrm>
              <a:off x="3491880" y="2244085"/>
              <a:ext cx="693034" cy="11430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8280">
                      <a:extLst>
                        <a:ext uri="{9D8B030D-6E8A-4147-A177-3AD203B41FA5}">
                          <a16:colId xmlns:a16="http://schemas.microsoft.com/office/drawing/2014/main" val="1502425811"/>
                        </a:ext>
                      </a:extLst>
                    </a:gridCol>
                    <a:gridCol w="484754">
                      <a:extLst>
                        <a:ext uri="{9D8B030D-6E8A-4147-A177-3AD203B41FA5}">
                          <a16:colId xmlns:a16="http://schemas.microsoft.com/office/drawing/2014/main" val="51511714"/>
                        </a:ext>
                      </a:extLst>
                    </a:gridCol>
                  </a:tblGrid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9"/>
                          <a:stretch>
                            <a:fillRect r="-241176" b="-4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9"/>
                          <a:stretch>
                            <a:fillRect l="-43590" r="-5128" b="-4111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67604455"/>
                      </a:ext>
                    </a:extLst>
                  </a:tr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9"/>
                          <a:stretch>
                            <a:fillRect t="-100000" r="-241176" b="-3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9"/>
                          <a:stretch>
                            <a:fillRect l="-43590" t="-100000" r="-5128" b="-3111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32032942"/>
                      </a:ext>
                    </a:extLst>
                  </a:tr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9"/>
                          <a:stretch>
                            <a:fillRect t="-189474" r="-241176" b="-1947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9"/>
                          <a:stretch>
                            <a:fillRect l="-43590" t="-189474" r="-5128" b="-19473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68427416"/>
                      </a:ext>
                    </a:extLst>
                  </a:tr>
                  <a:tr h="228600">
                    <a:tc gridSpan="2"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9"/>
                          <a:stretch>
                            <a:fillRect t="-305556" r="-3571" b="-105556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pPr/>
                          <a:endParaRPr lang="en-DE" sz="105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86071213"/>
                      </a:ext>
                    </a:extLst>
                  </a:tr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9"/>
                          <a:stretch>
                            <a:fillRect t="-405556" r="-241176" b="-555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9"/>
                          <a:stretch>
                            <a:fillRect l="-43590" t="-405556" r="-5128" b="-555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18696167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Table 6">
                <a:extLst>
                  <a:ext uri="{FF2B5EF4-FFF2-40B4-BE49-F238E27FC236}">
                    <a16:creationId xmlns:a16="http://schemas.microsoft.com/office/drawing/2014/main" id="{FF5CEBE3-D6B5-1DBF-14F4-8FF11C626EE7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353989" y="2244085"/>
              <a:ext cx="1939713" cy="4572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39961">
                      <a:extLst>
                        <a:ext uri="{9D8B030D-6E8A-4147-A177-3AD203B41FA5}">
                          <a16:colId xmlns:a16="http://schemas.microsoft.com/office/drawing/2014/main" val="1502425811"/>
                        </a:ext>
                      </a:extLst>
                    </a:gridCol>
                    <a:gridCol w="208280">
                      <a:extLst>
                        <a:ext uri="{9D8B030D-6E8A-4147-A177-3AD203B41FA5}">
                          <a16:colId xmlns:a16="http://schemas.microsoft.com/office/drawing/2014/main" val="849169594"/>
                        </a:ext>
                      </a:extLst>
                    </a:gridCol>
                    <a:gridCol w="276283">
                      <a:extLst>
                        <a:ext uri="{9D8B030D-6E8A-4147-A177-3AD203B41FA5}">
                          <a16:colId xmlns:a16="http://schemas.microsoft.com/office/drawing/2014/main" val="234114462"/>
                        </a:ext>
                      </a:extLst>
                    </a:gridCol>
                    <a:gridCol w="208280">
                      <a:extLst>
                        <a:ext uri="{9D8B030D-6E8A-4147-A177-3AD203B41FA5}">
                          <a16:colId xmlns:a16="http://schemas.microsoft.com/office/drawing/2014/main" val="4273218041"/>
                        </a:ext>
                      </a:extLst>
                    </a:gridCol>
                    <a:gridCol w="1006909">
                      <a:extLst>
                        <a:ext uri="{9D8B030D-6E8A-4147-A177-3AD203B41FA5}">
                          <a16:colId xmlns:a16="http://schemas.microsoft.com/office/drawing/2014/main" val="51511714"/>
                        </a:ext>
                      </a:extLst>
                    </a:gridCol>
                  </a:tblGrid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  <m:d>
                                  <m:d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3</m:t>
                                        </m:r>
                                      </m:sub>
                                    </m:s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4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67604455"/>
                      </a:ext>
                    </a:extLst>
                  </a:tr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1111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3203294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Table 6">
                <a:extLst>
                  <a:ext uri="{FF2B5EF4-FFF2-40B4-BE49-F238E27FC236}">
                    <a16:creationId xmlns:a16="http://schemas.microsoft.com/office/drawing/2014/main" id="{FF5CEBE3-D6B5-1DBF-14F4-8FF11C626EE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00053572"/>
                  </p:ext>
                </p:extLst>
              </p:nvPr>
            </p:nvGraphicFramePr>
            <p:xfrm>
              <a:off x="353989" y="2244085"/>
              <a:ext cx="1939713" cy="4572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39961">
                      <a:extLst>
                        <a:ext uri="{9D8B030D-6E8A-4147-A177-3AD203B41FA5}">
                          <a16:colId xmlns:a16="http://schemas.microsoft.com/office/drawing/2014/main" val="1502425811"/>
                        </a:ext>
                      </a:extLst>
                    </a:gridCol>
                    <a:gridCol w="208280">
                      <a:extLst>
                        <a:ext uri="{9D8B030D-6E8A-4147-A177-3AD203B41FA5}">
                          <a16:colId xmlns:a16="http://schemas.microsoft.com/office/drawing/2014/main" val="849169594"/>
                        </a:ext>
                      </a:extLst>
                    </a:gridCol>
                    <a:gridCol w="276283">
                      <a:extLst>
                        <a:ext uri="{9D8B030D-6E8A-4147-A177-3AD203B41FA5}">
                          <a16:colId xmlns:a16="http://schemas.microsoft.com/office/drawing/2014/main" val="234114462"/>
                        </a:ext>
                      </a:extLst>
                    </a:gridCol>
                    <a:gridCol w="208280">
                      <a:extLst>
                        <a:ext uri="{9D8B030D-6E8A-4147-A177-3AD203B41FA5}">
                          <a16:colId xmlns:a16="http://schemas.microsoft.com/office/drawing/2014/main" val="4273218041"/>
                        </a:ext>
                      </a:extLst>
                    </a:gridCol>
                    <a:gridCol w="1006909">
                      <a:extLst>
                        <a:ext uri="{9D8B030D-6E8A-4147-A177-3AD203B41FA5}">
                          <a16:colId xmlns:a16="http://schemas.microsoft.com/office/drawing/2014/main" val="51511714"/>
                        </a:ext>
                      </a:extLst>
                    </a:gridCol>
                  </a:tblGrid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0"/>
                          <a:stretch>
                            <a:fillRect r="-721053" b="-1052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0"/>
                          <a:stretch>
                            <a:fillRect l="-111765" r="-705882" b="-1052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0"/>
                          <a:stretch>
                            <a:fillRect l="-163636" r="-445455" b="-1052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0"/>
                          <a:stretch>
                            <a:fillRect l="-362500" r="-512500" b="-1052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0"/>
                          <a:stretch>
                            <a:fillRect l="-92500" r="-2500" b="-10526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67604455"/>
                      </a:ext>
                    </a:extLst>
                  </a:tr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0"/>
                          <a:stretch>
                            <a:fillRect t="-105556" r="-721053" b="-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0"/>
                          <a:stretch>
                            <a:fillRect l="-111765" t="-105556" r="-705882" b="-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0"/>
                          <a:stretch>
                            <a:fillRect l="-163636" t="-105556" r="-445455" b="-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0"/>
                          <a:stretch>
                            <a:fillRect l="-362500" t="-105556" r="-512500" b="-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0"/>
                          <a:stretch>
                            <a:fillRect l="-92500" t="-105556" r="-2500" b="-111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32032942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3" name="Table 22">
                <a:extLst>
                  <a:ext uri="{FF2B5EF4-FFF2-40B4-BE49-F238E27FC236}">
                    <a16:creationId xmlns:a16="http://schemas.microsoft.com/office/drawing/2014/main" id="{F97712F1-F2D9-1ABE-38FE-2FB5F8657D60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353989" y="2244085"/>
              <a:ext cx="1939713" cy="685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39961">
                      <a:extLst>
                        <a:ext uri="{9D8B030D-6E8A-4147-A177-3AD203B41FA5}">
                          <a16:colId xmlns:a16="http://schemas.microsoft.com/office/drawing/2014/main" val="1502425811"/>
                        </a:ext>
                      </a:extLst>
                    </a:gridCol>
                    <a:gridCol w="208280">
                      <a:extLst>
                        <a:ext uri="{9D8B030D-6E8A-4147-A177-3AD203B41FA5}">
                          <a16:colId xmlns:a16="http://schemas.microsoft.com/office/drawing/2014/main" val="849169594"/>
                        </a:ext>
                      </a:extLst>
                    </a:gridCol>
                    <a:gridCol w="276283">
                      <a:extLst>
                        <a:ext uri="{9D8B030D-6E8A-4147-A177-3AD203B41FA5}">
                          <a16:colId xmlns:a16="http://schemas.microsoft.com/office/drawing/2014/main" val="234114462"/>
                        </a:ext>
                      </a:extLst>
                    </a:gridCol>
                    <a:gridCol w="208280">
                      <a:extLst>
                        <a:ext uri="{9D8B030D-6E8A-4147-A177-3AD203B41FA5}">
                          <a16:colId xmlns:a16="http://schemas.microsoft.com/office/drawing/2014/main" val="4273218041"/>
                        </a:ext>
                      </a:extLst>
                    </a:gridCol>
                    <a:gridCol w="1006909">
                      <a:extLst>
                        <a:ext uri="{9D8B030D-6E8A-4147-A177-3AD203B41FA5}">
                          <a16:colId xmlns:a16="http://schemas.microsoft.com/office/drawing/2014/main" val="51511714"/>
                        </a:ext>
                      </a:extLst>
                    </a:gridCol>
                  </a:tblGrid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  <m:d>
                                  <m:d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3</m:t>
                                        </m:r>
                                      </m:sub>
                                    </m:s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4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67604455"/>
                      </a:ext>
                    </a:extLst>
                  </a:tr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1111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32032942"/>
                      </a:ext>
                    </a:extLst>
                  </a:tr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1112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6842741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3" name="Table 22">
                <a:extLst>
                  <a:ext uri="{FF2B5EF4-FFF2-40B4-BE49-F238E27FC236}">
                    <a16:creationId xmlns:a16="http://schemas.microsoft.com/office/drawing/2014/main" id="{F97712F1-F2D9-1ABE-38FE-2FB5F8657D6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96347375"/>
                  </p:ext>
                </p:extLst>
              </p:nvPr>
            </p:nvGraphicFramePr>
            <p:xfrm>
              <a:off x="353989" y="2244085"/>
              <a:ext cx="1939713" cy="685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39961">
                      <a:extLst>
                        <a:ext uri="{9D8B030D-6E8A-4147-A177-3AD203B41FA5}">
                          <a16:colId xmlns:a16="http://schemas.microsoft.com/office/drawing/2014/main" val="1502425811"/>
                        </a:ext>
                      </a:extLst>
                    </a:gridCol>
                    <a:gridCol w="208280">
                      <a:extLst>
                        <a:ext uri="{9D8B030D-6E8A-4147-A177-3AD203B41FA5}">
                          <a16:colId xmlns:a16="http://schemas.microsoft.com/office/drawing/2014/main" val="849169594"/>
                        </a:ext>
                      </a:extLst>
                    </a:gridCol>
                    <a:gridCol w="276283">
                      <a:extLst>
                        <a:ext uri="{9D8B030D-6E8A-4147-A177-3AD203B41FA5}">
                          <a16:colId xmlns:a16="http://schemas.microsoft.com/office/drawing/2014/main" val="234114462"/>
                        </a:ext>
                      </a:extLst>
                    </a:gridCol>
                    <a:gridCol w="208280">
                      <a:extLst>
                        <a:ext uri="{9D8B030D-6E8A-4147-A177-3AD203B41FA5}">
                          <a16:colId xmlns:a16="http://schemas.microsoft.com/office/drawing/2014/main" val="4273218041"/>
                        </a:ext>
                      </a:extLst>
                    </a:gridCol>
                    <a:gridCol w="1006909">
                      <a:extLst>
                        <a:ext uri="{9D8B030D-6E8A-4147-A177-3AD203B41FA5}">
                          <a16:colId xmlns:a16="http://schemas.microsoft.com/office/drawing/2014/main" val="51511714"/>
                        </a:ext>
                      </a:extLst>
                    </a:gridCol>
                  </a:tblGrid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1"/>
                          <a:stretch>
                            <a:fillRect r="-721053" b="-2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1"/>
                          <a:stretch>
                            <a:fillRect l="-111765" r="-705882" b="-2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1"/>
                          <a:stretch>
                            <a:fillRect l="-163636" r="-445455" b="-2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1"/>
                          <a:stretch>
                            <a:fillRect l="-362500" r="-512500" b="-2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1"/>
                          <a:stretch>
                            <a:fillRect l="-92500" r="-2500" b="-2111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67604455"/>
                      </a:ext>
                    </a:extLst>
                  </a:tr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1"/>
                          <a:stretch>
                            <a:fillRect t="-94737" r="-721053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1"/>
                          <a:stretch>
                            <a:fillRect l="-111765" t="-94737" r="-705882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1"/>
                          <a:stretch>
                            <a:fillRect l="-163636" t="-94737" r="-44545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1"/>
                          <a:stretch>
                            <a:fillRect l="-362500" t="-94737" r="-512500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1"/>
                          <a:stretch>
                            <a:fillRect l="-92500" t="-94737" r="-2500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32032942"/>
                      </a:ext>
                    </a:extLst>
                  </a:tr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1"/>
                          <a:stretch>
                            <a:fillRect t="-205556" r="-721053" b="-555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1"/>
                          <a:stretch>
                            <a:fillRect l="-111765" t="-205556" r="-705882" b="-555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1"/>
                          <a:stretch>
                            <a:fillRect l="-163636" t="-205556" r="-445455" b="-555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1"/>
                          <a:stretch>
                            <a:fillRect l="-362500" t="-205556" r="-512500" b="-555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1"/>
                          <a:stretch>
                            <a:fillRect l="-92500" t="-205556" r="-2500" b="-555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6842741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4" name="Table 23">
                <a:extLst>
                  <a:ext uri="{FF2B5EF4-FFF2-40B4-BE49-F238E27FC236}">
                    <a16:creationId xmlns:a16="http://schemas.microsoft.com/office/drawing/2014/main" id="{477C6435-2D9B-0CD5-2912-8E500BD9445F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353989" y="2244085"/>
              <a:ext cx="1939713" cy="11430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39961">
                      <a:extLst>
                        <a:ext uri="{9D8B030D-6E8A-4147-A177-3AD203B41FA5}">
                          <a16:colId xmlns:a16="http://schemas.microsoft.com/office/drawing/2014/main" val="1502425811"/>
                        </a:ext>
                      </a:extLst>
                    </a:gridCol>
                    <a:gridCol w="208280">
                      <a:extLst>
                        <a:ext uri="{9D8B030D-6E8A-4147-A177-3AD203B41FA5}">
                          <a16:colId xmlns:a16="http://schemas.microsoft.com/office/drawing/2014/main" val="849169594"/>
                        </a:ext>
                      </a:extLst>
                    </a:gridCol>
                    <a:gridCol w="276283">
                      <a:extLst>
                        <a:ext uri="{9D8B030D-6E8A-4147-A177-3AD203B41FA5}">
                          <a16:colId xmlns:a16="http://schemas.microsoft.com/office/drawing/2014/main" val="234114462"/>
                        </a:ext>
                      </a:extLst>
                    </a:gridCol>
                    <a:gridCol w="208280">
                      <a:extLst>
                        <a:ext uri="{9D8B030D-6E8A-4147-A177-3AD203B41FA5}">
                          <a16:colId xmlns:a16="http://schemas.microsoft.com/office/drawing/2014/main" val="4273218041"/>
                        </a:ext>
                      </a:extLst>
                    </a:gridCol>
                    <a:gridCol w="1006909">
                      <a:extLst>
                        <a:ext uri="{9D8B030D-6E8A-4147-A177-3AD203B41FA5}">
                          <a16:colId xmlns:a16="http://schemas.microsoft.com/office/drawing/2014/main" val="51511714"/>
                        </a:ext>
                      </a:extLst>
                    </a:gridCol>
                  </a:tblGrid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  <m:d>
                                  <m:d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3</m:t>
                                        </m:r>
                                      </m:sub>
                                    </m:s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4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67604455"/>
                      </a:ext>
                    </a:extLst>
                  </a:tr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1111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32032942"/>
                      </a:ext>
                    </a:extLst>
                  </a:tr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1112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68427416"/>
                      </a:ext>
                    </a:extLst>
                  </a:tr>
                  <a:tr h="159680">
                    <a:tc gridSpan="5"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x-none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x-none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x-none" sz="1050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x-none" sz="105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03089097"/>
                      </a:ext>
                    </a:extLst>
                  </a:tr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111</m:t>
                                    </m:r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3612661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4" name="Table 23">
                <a:extLst>
                  <a:ext uri="{FF2B5EF4-FFF2-40B4-BE49-F238E27FC236}">
                    <a16:creationId xmlns:a16="http://schemas.microsoft.com/office/drawing/2014/main" id="{477C6435-2D9B-0CD5-2912-8E500BD9445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87764694"/>
                  </p:ext>
                </p:extLst>
              </p:nvPr>
            </p:nvGraphicFramePr>
            <p:xfrm>
              <a:off x="353989" y="2244085"/>
              <a:ext cx="1939713" cy="11430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39961">
                      <a:extLst>
                        <a:ext uri="{9D8B030D-6E8A-4147-A177-3AD203B41FA5}">
                          <a16:colId xmlns:a16="http://schemas.microsoft.com/office/drawing/2014/main" val="1502425811"/>
                        </a:ext>
                      </a:extLst>
                    </a:gridCol>
                    <a:gridCol w="208280">
                      <a:extLst>
                        <a:ext uri="{9D8B030D-6E8A-4147-A177-3AD203B41FA5}">
                          <a16:colId xmlns:a16="http://schemas.microsoft.com/office/drawing/2014/main" val="849169594"/>
                        </a:ext>
                      </a:extLst>
                    </a:gridCol>
                    <a:gridCol w="276283">
                      <a:extLst>
                        <a:ext uri="{9D8B030D-6E8A-4147-A177-3AD203B41FA5}">
                          <a16:colId xmlns:a16="http://schemas.microsoft.com/office/drawing/2014/main" val="234114462"/>
                        </a:ext>
                      </a:extLst>
                    </a:gridCol>
                    <a:gridCol w="208280">
                      <a:extLst>
                        <a:ext uri="{9D8B030D-6E8A-4147-A177-3AD203B41FA5}">
                          <a16:colId xmlns:a16="http://schemas.microsoft.com/office/drawing/2014/main" val="4273218041"/>
                        </a:ext>
                      </a:extLst>
                    </a:gridCol>
                    <a:gridCol w="1006909">
                      <a:extLst>
                        <a:ext uri="{9D8B030D-6E8A-4147-A177-3AD203B41FA5}">
                          <a16:colId xmlns:a16="http://schemas.microsoft.com/office/drawing/2014/main" val="51511714"/>
                        </a:ext>
                      </a:extLst>
                    </a:gridCol>
                  </a:tblGrid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2"/>
                          <a:stretch>
                            <a:fillRect r="-721053" b="-4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2"/>
                          <a:stretch>
                            <a:fillRect l="-111765" r="-705882" b="-4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2"/>
                          <a:stretch>
                            <a:fillRect l="-163636" r="-445455" b="-4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2"/>
                          <a:stretch>
                            <a:fillRect l="-362500" r="-512500" b="-4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2"/>
                          <a:stretch>
                            <a:fillRect l="-92500" r="-2500" b="-4111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67604455"/>
                      </a:ext>
                    </a:extLst>
                  </a:tr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2"/>
                          <a:stretch>
                            <a:fillRect t="-100000" r="-721053" b="-3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2"/>
                          <a:stretch>
                            <a:fillRect l="-111765" t="-100000" r="-705882" b="-3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2"/>
                          <a:stretch>
                            <a:fillRect l="-163636" t="-100000" r="-445455" b="-3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2"/>
                          <a:stretch>
                            <a:fillRect l="-362500" t="-100000" r="-512500" b="-3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2"/>
                          <a:stretch>
                            <a:fillRect l="-92500" t="-100000" r="-2500" b="-3111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32032942"/>
                      </a:ext>
                    </a:extLst>
                  </a:tr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2"/>
                          <a:stretch>
                            <a:fillRect t="-189474" r="-721053" b="-1947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2"/>
                          <a:stretch>
                            <a:fillRect l="-111765" t="-189474" r="-705882" b="-1947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2"/>
                          <a:stretch>
                            <a:fillRect l="-163636" t="-189474" r="-445455" b="-1947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2"/>
                          <a:stretch>
                            <a:fillRect l="-362500" t="-189474" r="-512500" b="-1947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2"/>
                          <a:stretch>
                            <a:fillRect l="-92500" t="-189474" r="-2500" b="-19473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68427416"/>
                      </a:ext>
                    </a:extLst>
                  </a:tr>
                  <a:tr h="228600">
                    <a:tc gridSpan="5"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2"/>
                          <a:stretch>
                            <a:fillRect t="-305556" r="-1299" b="-105556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DE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n-DE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pPr/>
                          <a:endParaRPr lang="en-DE" sz="1050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pPr/>
                          <a:endParaRPr lang="en-DE" sz="105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03089097"/>
                      </a:ext>
                    </a:extLst>
                  </a:tr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2"/>
                          <a:stretch>
                            <a:fillRect t="-405556" r="-721053" b="-555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2"/>
                          <a:stretch>
                            <a:fillRect l="-111765" t="-405556" r="-705882" b="-555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2"/>
                          <a:stretch>
                            <a:fillRect l="-163636" t="-405556" r="-445455" b="-555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2"/>
                          <a:stretch>
                            <a:fillRect l="-362500" t="-405556" r="-512500" b="-555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2"/>
                          <a:stretch>
                            <a:fillRect l="-92500" t="-405556" r="-2500" b="-555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36126613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5" name="Table 24">
                <a:extLst>
                  <a:ext uri="{FF2B5EF4-FFF2-40B4-BE49-F238E27FC236}">
                    <a16:creationId xmlns:a16="http://schemas.microsoft.com/office/drawing/2014/main" id="{9366B551-04A9-B397-7A3A-981ECD0FD947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353989" y="2244085"/>
              <a:ext cx="1939713" cy="13716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39961">
                      <a:extLst>
                        <a:ext uri="{9D8B030D-6E8A-4147-A177-3AD203B41FA5}">
                          <a16:colId xmlns:a16="http://schemas.microsoft.com/office/drawing/2014/main" val="1502425811"/>
                        </a:ext>
                      </a:extLst>
                    </a:gridCol>
                    <a:gridCol w="208280">
                      <a:extLst>
                        <a:ext uri="{9D8B030D-6E8A-4147-A177-3AD203B41FA5}">
                          <a16:colId xmlns:a16="http://schemas.microsoft.com/office/drawing/2014/main" val="849169594"/>
                        </a:ext>
                      </a:extLst>
                    </a:gridCol>
                    <a:gridCol w="276283">
                      <a:extLst>
                        <a:ext uri="{9D8B030D-6E8A-4147-A177-3AD203B41FA5}">
                          <a16:colId xmlns:a16="http://schemas.microsoft.com/office/drawing/2014/main" val="234114462"/>
                        </a:ext>
                      </a:extLst>
                    </a:gridCol>
                    <a:gridCol w="208280">
                      <a:extLst>
                        <a:ext uri="{9D8B030D-6E8A-4147-A177-3AD203B41FA5}">
                          <a16:colId xmlns:a16="http://schemas.microsoft.com/office/drawing/2014/main" val="4273218041"/>
                        </a:ext>
                      </a:extLst>
                    </a:gridCol>
                    <a:gridCol w="1006909">
                      <a:extLst>
                        <a:ext uri="{9D8B030D-6E8A-4147-A177-3AD203B41FA5}">
                          <a16:colId xmlns:a16="http://schemas.microsoft.com/office/drawing/2014/main" val="51511714"/>
                        </a:ext>
                      </a:extLst>
                    </a:gridCol>
                  </a:tblGrid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  <m:d>
                                  <m:d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3</m:t>
                                        </m:r>
                                      </m:sub>
                                    </m:s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4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67604455"/>
                      </a:ext>
                    </a:extLst>
                  </a:tr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1111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32032942"/>
                      </a:ext>
                    </a:extLst>
                  </a:tr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1112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68427416"/>
                      </a:ext>
                    </a:extLst>
                  </a:tr>
                  <a:tr h="159680">
                    <a:tc gridSpan="5"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x-none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x-none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x-none" sz="1050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x-none" sz="105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03089097"/>
                      </a:ext>
                    </a:extLst>
                  </a:tr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111</m:t>
                                    </m:r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36126613"/>
                      </a:ext>
                    </a:extLst>
                  </a:tr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1121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186202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5" name="Table 24">
                <a:extLst>
                  <a:ext uri="{FF2B5EF4-FFF2-40B4-BE49-F238E27FC236}">
                    <a16:creationId xmlns:a16="http://schemas.microsoft.com/office/drawing/2014/main" id="{9366B551-04A9-B397-7A3A-981ECD0FD94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59886209"/>
                  </p:ext>
                </p:extLst>
              </p:nvPr>
            </p:nvGraphicFramePr>
            <p:xfrm>
              <a:off x="353989" y="2244085"/>
              <a:ext cx="1939713" cy="13716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39961">
                      <a:extLst>
                        <a:ext uri="{9D8B030D-6E8A-4147-A177-3AD203B41FA5}">
                          <a16:colId xmlns:a16="http://schemas.microsoft.com/office/drawing/2014/main" val="1502425811"/>
                        </a:ext>
                      </a:extLst>
                    </a:gridCol>
                    <a:gridCol w="208280">
                      <a:extLst>
                        <a:ext uri="{9D8B030D-6E8A-4147-A177-3AD203B41FA5}">
                          <a16:colId xmlns:a16="http://schemas.microsoft.com/office/drawing/2014/main" val="849169594"/>
                        </a:ext>
                      </a:extLst>
                    </a:gridCol>
                    <a:gridCol w="276283">
                      <a:extLst>
                        <a:ext uri="{9D8B030D-6E8A-4147-A177-3AD203B41FA5}">
                          <a16:colId xmlns:a16="http://schemas.microsoft.com/office/drawing/2014/main" val="234114462"/>
                        </a:ext>
                      </a:extLst>
                    </a:gridCol>
                    <a:gridCol w="208280">
                      <a:extLst>
                        <a:ext uri="{9D8B030D-6E8A-4147-A177-3AD203B41FA5}">
                          <a16:colId xmlns:a16="http://schemas.microsoft.com/office/drawing/2014/main" val="4273218041"/>
                        </a:ext>
                      </a:extLst>
                    </a:gridCol>
                    <a:gridCol w="1006909">
                      <a:extLst>
                        <a:ext uri="{9D8B030D-6E8A-4147-A177-3AD203B41FA5}">
                          <a16:colId xmlns:a16="http://schemas.microsoft.com/office/drawing/2014/main" val="51511714"/>
                        </a:ext>
                      </a:extLst>
                    </a:gridCol>
                  </a:tblGrid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3"/>
                          <a:stretch>
                            <a:fillRect r="-721053" b="-5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3"/>
                          <a:stretch>
                            <a:fillRect l="-111765" r="-705882" b="-5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3"/>
                          <a:stretch>
                            <a:fillRect l="-163636" r="-445455" b="-5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3"/>
                          <a:stretch>
                            <a:fillRect l="-362500" r="-512500" b="-5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3"/>
                          <a:stretch>
                            <a:fillRect l="-92500" r="-2500" b="-516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67604455"/>
                      </a:ext>
                    </a:extLst>
                  </a:tr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3"/>
                          <a:stretch>
                            <a:fillRect t="-100000" r="-721053" b="-4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3"/>
                          <a:stretch>
                            <a:fillRect l="-111765" t="-100000" r="-705882" b="-4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3"/>
                          <a:stretch>
                            <a:fillRect l="-163636" t="-100000" r="-445455" b="-4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3"/>
                          <a:stretch>
                            <a:fillRect l="-362500" t="-100000" r="-512500" b="-4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3"/>
                          <a:stretch>
                            <a:fillRect l="-92500" t="-100000" r="-2500" b="-416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32032942"/>
                      </a:ext>
                    </a:extLst>
                  </a:tr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3"/>
                          <a:stretch>
                            <a:fillRect t="-189474" r="-721053" b="-2947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3"/>
                          <a:stretch>
                            <a:fillRect l="-111765" t="-189474" r="-705882" b="-2947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3"/>
                          <a:stretch>
                            <a:fillRect l="-163636" t="-189474" r="-445455" b="-2947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3"/>
                          <a:stretch>
                            <a:fillRect l="-362500" t="-189474" r="-512500" b="-2947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3"/>
                          <a:stretch>
                            <a:fillRect l="-92500" t="-189474" r="-2500" b="-29473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68427416"/>
                      </a:ext>
                    </a:extLst>
                  </a:tr>
                  <a:tr h="228600">
                    <a:tc gridSpan="5"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3"/>
                          <a:stretch>
                            <a:fillRect t="-305556" r="-1299" b="-211111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DE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n-DE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pPr/>
                          <a:endParaRPr lang="en-DE" sz="1050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pPr/>
                          <a:endParaRPr lang="en-DE" sz="105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03089097"/>
                      </a:ext>
                    </a:extLst>
                  </a:tr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3"/>
                          <a:stretch>
                            <a:fillRect t="-405556" r="-721053" b="-1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3"/>
                          <a:stretch>
                            <a:fillRect l="-111765" t="-405556" r="-705882" b="-1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3"/>
                          <a:stretch>
                            <a:fillRect l="-163636" t="-405556" r="-445455" b="-1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3"/>
                          <a:stretch>
                            <a:fillRect l="-362500" t="-405556" r="-512500" b="-1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3"/>
                          <a:stretch>
                            <a:fillRect l="-92500" t="-405556" r="-2500" b="-1111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36126613"/>
                      </a:ext>
                    </a:extLst>
                  </a:tr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3"/>
                          <a:stretch>
                            <a:fillRect t="-505556" r="-721053" b="-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3"/>
                          <a:stretch>
                            <a:fillRect l="-111765" t="-505556" r="-705882" b="-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3"/>
                          <a:stretch>
                            <a:fillRect l="-163636" t="-505556" r="-445455" b="-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3"/>
                          <a:stretch>
                            <a:fillRect l="-362500" t="-505556" r="-512500" b="-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3"/>
                          <a:stretch>
                            <a:fillRect l="-92500" t="-505556" r="-2500" b="-111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186202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6" name="Table 25">
                <a:extLst>
                  <a:ext uri="{FF2B5EF4-FFF2-40B4-BE49-F238E27FC236}">
                    <a16:creationId xmlns:a16="http://schemas.microsoft.com/office/drawing/2014/main" id="{7B10FCB7-9C22-91C8-AC8E-F1FC9F4A59A2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353989" y="2244085"/>
              <a:ext cx="1939713" cy="1828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39961">
                      <a:extLst>
                        <a:ext uri="{9D8B030D-6E8A-4147-A177-3AD203B41FA5}">
                          <a16:colId xmlns:a16="http://schemas.microsoft.com/office/drawing/2014/main" val="1502425811"/>
                        </a:ext>
                      </a:extLst>
                    </a:gridCol>
                    <a:gridCol w="208280">
                      <a:extLst>
                        <a:ext uri="{9D8B030D-6E8A-4147-A177-3AD203B41FA5}">
                          <a16:colId xmlns:a16="http://schemas.microsoft.com/office/drawing/2014/main" val="849169594"/>
                        </a:ext>
                      </a:extLst>
                    </a:gridCol>
                    <a:gridCol w="276283">
                      <a:extLst>
                        <a:ext uri="{9D8B030D-6E8A-4147-A177-3AD203B41FA5}">
                          <a16:colId xmlns:a16="http://schemas.microsoft.com/office/drawing/2014/main" val="234114462"/>
                        </a:ext>
                      </a:extLst>
                    </a:gridCol>
                    <a:gridCol w="208280">
                      <a:extLst>
                        <a:ext uri="{9D8B030D-6E8A-4147-A177-3AD203B41FA5}">
                          <a16:colId xmlns:a16="http://schemas.microsoft.com/office/drawing/2014/main" val="4273218041"/>
                        </a:ext>
                      </a:extLst>
                    </a:gridCol>
                    <a:gridCol w="1006909">
                      <a:extLst>
                        <a:ext uri="{9D8B030D-6E8A-4147-A177-3AD203B41FA5}">
                          <a16:colId xmlns:a16="http://schemas.microsoft.com/office/drawing/2014/main" val="51511714"/>
                        </a:ext>
                      </a:extLst>
                    </a:gridCol>
                  </a:tblGrid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  <m:d>
                                  <m:d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3</m:t>
                                        </m:r>
                                      </m:sub>
                                    </m:s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4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67604455"/>
                      </a:ext>
                    </a:extLst>
                  </a:tr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1111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32032942"/>
                      </a:ext>
                    </a:extLst>
                  </a:tr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1112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68427416"/>
                      </a:ext>
                    </a:extLst>
                  </a:tr>
                  <a:tr h="159680">
                    <a:tc gridSpan="5"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x-none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x-none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x-none" sz="1050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x-none" sz="105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03089097"/>
                      </a:ext>
                    </a:extLst>
                  </a:tr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111</m:t>
                                    </m:r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36126613"/>
                      </a:ext>
                    </a:extLst>
                  </a:tr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1121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1862025"/>
                      </a:ext>
                    </a:extLst>
                  </a:tr>
                  <a:tr h="159680">
                    <a:tc gridSpan="5"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x-none" sz="1050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x-none" sz="1050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x-none" sz="1050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x-none" sz="105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86071213"/>
                      </a:ext>
                    </a:extLst>
                  </a:tr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oMath>
                            </m:oMathPara>
                          </a14:m>
                          <a:endParaRPr lang="x-none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1−∑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1869616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6" name="Table 25">
                <a:extLst>
                  <a:ext uri="{FF2B5EF4-FFF2-40B4-BE49-F238E27FC236}">
                    <a16:creationId xmlns:a16="http://schemas.microsoft.com/office/drawing/2014/main" id="{7B10FCB7-9C22-91C8-AC8E-F1FC9F4A59A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35188196"/>
                  </p:ext>
                </p:extLst>
              </p:nvPr>
            </p:nvGraphicFramePr>
            <p:xfrm>
              <a:off x="353989" y="2244085"/>
              <a:ext cx="1939713" cy="1828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39961">
                      <a:extLst>
                        <a:ext uri="{9D8B030D-6E8A-4147-A177-3AD203B41FA5}">
                          <a16:colId xmlns:a16="http://schemas.microsoft.com/office/drawing/2014/main" val="1502425811"/>
                        </a:ext>
                      </a:extLst>
                    </a:gridCol>
                    <a:gridCol w="208280">
                      <a:extLst>
                        <a:ext uri="{9D8B030D-6E8A-4147-A177-3AD203B41FA5}">
                          <a16:colId xmlns:a16="http://schemas.microsoft.com/office/drawing/2014/main" val="849169594"/>
                        </a:ext>
                      </a:extLst>
                    </a:gridCol>
                    <a:gridCol w="276283">
                      <a:extLst>
                        <a:ext uri="{9D8B030D-6E8A-4147-A177-3AD203B41FA5}">
                          <a16:colId xmlns:a16="http://schemas.microsoft.com/office/drawing/2014/main" val="234114462"/>
                        </a:ext>
                      </a:extLst>
                    </a:gridCol>
                    <a:gridCol w="208280">
                      <a:extLst>
                        <a:ext uri="{9D8B030D-6E8A-4147-A177-3AD203B41FA5}">
                          <a16:colId xmlns:a16="http://schemas.microsoft.com/office/drawing/2014/main" val="4273218041"/>
                        </a:ext>
                      </a:extLst>
                    </a:gridCol>
                    <a:gridCol w="1006909">
                      <a:extLst>
                        <a:ext uri="{9D8B030D-6E8A-4147-A177-3AD203B41FA5}">
                          <a16:colId xmlns:a16="http://schemas.microsoft.com/office/drawing/2014/main" val="51511714"/>
                        </a:ext>
                      </a:extLst>
                    </a:gridCol>
                  </a:tblGrid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4"/>
                          <a:stretch>
                            <a:fillRect r="-721053" b="-7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4"/>
                          <a:stretch>
                            <a:fillRect l="-111765" r="-705882" b="-7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4"/>
                          <a:stretch>
                            <a:fillRect l="-163636" r="-445455" b="-7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4"/>
                          <a:stretch>
                            <a:fillRect l="-362500" r="-512500" b="-7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4"/>
                          <a:stretch>
                            <a:fillRect l="-92500" r="-2500" b="-716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67604455"/>
                      </a:ext>
                    </a:extLst>
                  </a:tr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4"/>
                          <a:stretch>
                            <a:fillRect t="-100000" r="-721053" b="-6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4"/>
                          <a:stretch>
                            <a:fillRect l="-111765" t="-100000" r="-705882" b="-6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4"/>
                          <a:stretch>
                            <a:fillRect l="-163636" t="-100000" r="-445455" b="-6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4"/>
                          <a:stretch>
                            <a:fillRect l="-362500" t="-100000" r="-512500" b="-6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4"/>
                          <a:stretch>
                            <a:fillRect l="-92500" t="-100000" r="-2500" b="-616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32032942"/>
                      </a:ext>
                    </a:extLst>
                  </a:tr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4"/>
                          <a:stretch>
                            <a:fillRect t="-200000" r="-721053" b="-5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4"/>
                          <a:stretch>
                            <a:fillRect l="-111765" t="-200000" r="-705882" b="-5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4"/>
                          <a:stretch>
                            <a:fillRect l="-163636" t="-200000" r="-445455" b="-5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4"/>
                          <a:stretch>
                            <a:fillRect l="-362500" t="-200000" r="-512500" b="-5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4"/>
                          <a:stretch>
                            <a:fillRect l="-92500" t="-200000" r="-2500" b="-516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68427416"/>
                      </a:ext>
                    </a:extLst>
                  </a:tr>
                  <a:tr h="228600">
                    <a:tc gridSpan="5"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4"/>
                          <a:stretch>
                            <a:fillRect t="-284211" r="-1299" b="-389474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DE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n-DE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pPr/>
                          <a:endParaRPr lang="en-DE" sz="1050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pPr/>
                          <a:endParaRPr lang="en-DE" sz="105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03089097"/>
                      </a:ext>
                    </a:extLst>
                  </a:tr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4"/>
                          <a:stretch>
                            <a:fillRect t="-405556" r="-721053" b="-3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4"/>
                          <a:stretch>
                            <a:fillRect l="-111765" t="-405556" r="-705882" b="-3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4"/>
                          <a:stretch>
                            <a:fillRect l="-163636" t="-405556" r="-445455" b="-3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4"/>
                          <a:stretch>
                            <a:fillRect l="-362500" t="-405556" r="-512500" b="-3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4"/>
                          <a:stretch>
                            <a:fillRect l="-92500" t="-405556" r="-2500" b="-3111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36126613"/>
                      </a:ext>
                    </a:extLst>
                  </a:tr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4"/>
                          <a:stretch>
                            <a:fillRect t="-505556" r="-721053" b="-2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4"/>
                          <a:stretch>
                            <a:fillRect l="-111765" t="-505556" r="-705882" b="-2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4"/>
                          <a:stretch>
                            <a:fillRect l="-163636" t="-505556" r="-445455" b="-2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4"/>
                          <a:stretch>
                            <a:fillRect l="-362500" t="-505556" r="-512500" b="-2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4"/>
                          <a:stretch>
                            <a:fillRect l="-92500" t="-505556" r="-2500" b="-2111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1862025"/>
                      </a:ext>
                    </a:extLst>
                  </a:tr>
                  <a:tr h="228600">
                    <a:tc gridSpan="5"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4"/>
                          <a:stretch>
                            <a:fillRect t="-605556" r="-1299" b="-111111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pPr/>
                          <a:endParaRPr lang="en-DE" sz="1050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n-DE" sz="1050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pPr/>
                          <a:endParaRPr lang="en-DE" sz="1050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pPr/>
                          <a:endParaRPr lang="en-DE" sz="105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86071213"/>
                      </a:ext>
                    </a:extLst>
                  </a:tr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4"/>
                          <a:stretch>
                            <a:fillRect t="-705556" r="-721053" b="-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4"/>
                          <a:stretch>
                            <a:fillRect l="-111765" t="-705556" r="-705882" b="-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4"/>
                          <a:stretch>
                            <a:fillRect l="-163636" t="-705556" r="-445455" b="-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4"/>
                          <a:stretch>
                            <a:fillRect l="-362500" t="-705556" r="-512500" b="-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4"/>
                          <a:stretch>
                            <a:fillRect l="-92500" t="-705556" r="-2500" b="-111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18696167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7F2FADEC-8420-DF64-A3A6-857171D2F7B9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6877051" cy="307777"/>
              </a:xfrm>
            </p:spPr>
            <p:txBody>
              <a:bodyPr/>
              <a:lstStyle/>
              <a:p>
                <a:r>
                  <a:rPr lang="x-none" dirty="0"/>
                  <a:t>For simplicity, let us assume that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1,…,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</m:d>
                  </m:oMath>
                </a14:m>
                <a:endParaRPr lang="x-none" dirty="0"/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7F2FADEC-8420-DF64-A3A6-857171D2F7B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6877051" cy="307777"/>
              </a:xfrm>
              <a:blipFill>
                <a:blip r:embed="rId15"/>
                <a:stretch>
                  <a:fillRect t="-4000" b="-24000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E3C42DD-FDA6-6BFD-2659-E203373759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 dirty="0"/>
              <a:t>Representation Complexity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CB891A7-6787-A189-65A8-A7EE637BDC52}"/>
                  </a:ext>
                </a:extLst>
              </p:cNvPr>
              <p:cNvSpPr txBox="1"/>
              <p:nvPr/>
            </p:nvSpPr>
            <p:spPr bwMode="gray">
              <a:xfrm>
                <a:off x="683568" y="1812037"/>
                <a:ext cx="1804322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x-none" sz="12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CB891A7-6787-A189-65A8-A7EE637BDC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83568" y="1812037"/>
                <a:ext cx="1804322" cy="276999"/>
              </a:xfrm>
              <a:prstGeom prst="rect">
                <a:avLst/>
              </a:prstGeom>
              <a:blipFill>
                <a:blip r:embed="rId16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F011A906-B012-6086-16A4-C94341D241E2}"/>
              </a:ext>
            </a:extLst>
          </p:cNvPr>
          <p:cNvSpPr txBox="1"/>
          <p:nvPr/>
        </p:nvSpPr>
        <p:spPr bwMode="gray">
          <a:xfrm>
            <a:off x="1128529" y="1540317"/>
            <a:ext cx="914400" cy="21602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GB" sz="1200" dirty="0">
                <a:solidFill>
                  <a:srgbClr val="C00000"/>
                </a:solidFill>
              </a:rPr>
              <a:t>Naive</a:t>
            </a:r>
            <a:endParaRPr lang="x-none" sz="1200" dirty="0" err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3D97E8F-0A55-465B-F122-38BD6BBAE174}"/>
                  </a:ext>
                </a:extLst>
              </p:cNvPr>
              <p:cNvSpPr txBox="1"/>
              <p:nvPr/>
            </p:nvSpPr>
            <p:spPr bwMode="gray">
              <a:xfrm>
                <a:off x="3995936" y="1812037"/>
                <a:ext cx="3384376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1200" i="1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x-none" sz="12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3D97E8F-0A55-465B-F122-38BD6BBAE1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995936" y="1812037"/>
                <a:ext cx="3384376" cy="276999"/>
              </a:xfrm>
              <a:prstGeom prst="rect">
                <a:avLst/>
              </a:prstGeom>
              <a:blipFill>
                <a:blip r:embed="rId17"/>
                <a:stretch>
                  <a:fillRect b="-8696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0D3BC081-A26F-C755-0C76-FE86A224535C}"/>
              </a:ext>
            </a:extLst>
          </p:cNvPr>
          <p:cNvSpPr txBox="1"/>
          <p:nvPr/>
        </p:nvSpPr>
        <p:spPr bwMode="gray">
          <a:xfrm>
            <a:off x="4974500" y="1540317"/>
            <a:ext cx="1427247" cy="21602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GB" sz="1200" dirty="0">
                <a:solidFill>
                  <a:srgbClr val="C00000"/>
                </a:solidFill>
              </a:rPr>
              <a:t>Bayesian Network</a:t>
            </a:r>
            <a:endParaRPr lang="x-none" sz="1200" dirty="0" err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0" name="Table 9">
                <a:extLst>
                  <a:ext uri="{FF2B5EF4-FFF2-40B4-BE49-F238E27FC236}">
                    <a16:creationId xmlns:a16="http://schemas.microsoft.com/office/drawing/2014/main" id="{4AE5CF4D-FCDB-8422-0B8F-685A2AD8C4C1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3491880" y="2244085"/>
              <a:ext cx="693034" cy="4572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8280">
                      <a:extLst>
                        <a:ext uri="{9D8B030D-6E8A-4147-A177-3AD203B41FA5}">
                          <a16:colId xmlns:a16="http://schemas.microsoft.com/office/drawing/2014/main" val="1502425811"/>
                        </a:ext>
                      </a:extLst>
                    </a:gridCol>
                    <a:gridCol w="484754">
                      <a:extLst>
                        <a:ext uri="{9D8B030D-6E8A-4147-A177-3AD203B41FA5}">
                          <a16:colId xmlns:a16="http://schemas.microsoft.com/office/drawing/2014/main" val="51511714"/>
                        </a:ext>
                      </a:extLst>
                    </a:gridCol>
                  </a:tblGrid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  <m:d>
                                  <m:d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67604455"/>
                      </a:ext>
                    </a:extLst>
                  </a:tr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3203294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0" name="Table 9">
                <a:extLst>
                  <a:ext uri="{FF2B5EF4-FFF2-40B4-BE49-F238E27FC236}">
                    <a16:creationId xmlns:a16="http://schemas.microsoft.com/office/drawing/2014/main" id="{4AE5CF4D-FCDB-8422-0B8F-685A2AD8C4C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12082202"/>
                  </p:ext>
                </p:extLst>
              </p:nvPr>
            </p:nvGraphicFramePr>
            <p:xfrm>
              <a:off x="3491880" y="2244085"/>
              <a:ext cx="693034" cy="4572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8280">
                      <a:extLst>
                        <a:ext uri="{9D8B030D-6E8A-4147-A177-3AD203B41FA5}">
                          <a16:colId xmlns:a16="http://schemas.microsoft.com/office/drawing/2014/main" val="1502425811"/>
                        </a:ext>
                      </a:extLst>
                    </a:gridCol>
                    <a:gridCol w="484754">
                      <a:extLst>
                        <a:ext uri="{9D8B030D-6E8A-4147-A177-3AD203B41FA5}">
                          <a16:colId xmlns:a16="http://schemas.microsoft.com/office/drawing/2014/main" val="51511714"/>
                        </a:ext>
                      </a:extLst>
                    </a:gridCol>
                  </a:tblGrid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8"/>
                          <a:stretch>
                            <a:fillRect r="-241176" b="-1052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8"/>
                          <a:stretch>
                            <a:fillRect l="-43590" r="-5128" b="-10526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67604455"/>
                      </a:ext>
                    </a:extLst>
                  </a:tr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8"/>
                          <a:stretch>
                            <a:fillRect t="-105556" r="-241176" b="-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8"/>
                          <a:stretch>
                            <a:fillRect l="-43590" t="-105556" r="-5128" b="-111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32032942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2C43D4F-5DA9-41CE-CEC8-BDC574B23858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5520492" y="2244085"/>
              <a:ext cx="1272758" cy="1828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8280">
                      <a:extLst>
                        <a:ext uri="{9D8B030D-6E8A-4147-A177-3AD203B41FA5}">
                          <a16:colId xmlns:a16="http://schemas.microsoft.com/office/drawing/2014/main" val="1502425811"/>
                        </a:ext>
                      </a:extLst>
                    </a:gridCol>
                    <a:gridCol w="208280">
                      <a:extLst>
                        <a:ext uri="{9D8B030D-6E8A-4147-A177-3AD203B41FA5}">
                          <a16:colId xmlns:a16="http://schemas.microsoft.com/office/drawing/2014/main" val="849169594"/>
                        </a:ext>
                      </a:extLst>
                    </a:gridCol>
                    <a:gridCol w="208280">
                      <a:extLst>
                        <a:ext uri="{9D8B030D-6E8A-4147-A177-3AD203B41FA5}">
                          <a16:colId xmlns:a16="http://schemas.microsoft.com/office/drawing/2014/main" val="234114462"/>
                        </a:ext>
                      </a:extLst>
                    </a:gridCol>
                    <a:gridCol w="647918">
                      <a:extLst>
                        <a:ext uri="{9D8B030D-6E8A-4147-A177-3AD203B41FA5}">
                          <a16:colId xmlns:a16="http://schemas.microsoft.com/office/drawing/2014/main" val="51511714"/>
                        </a:ext>
                      </a:extLst>
                    </a:gridCol>
                  </a:tblGrid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  <m:d>
                                  <m:d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3</m:t>
                                        </m:r>
                                      </m:sub>
                                    </m:s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|</m:t>
                                    </m:r>
                                    <m:sSub>
                                      <m:sSubPr>
                                        <m:ctrlP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67604455"/>
                      </a:ext>
                    </a:extLst>
                  </a:tr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111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32032942"/>
                      </a:ext>
                    </a:extLst>
                  </a:tr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211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68427416"/>
                      </a:ext>
                    </a:extLst>
                  </a:tr>
                  <a:tr h="159680">
                    <a:tc gridSpan="4"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x-none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x-none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x-none" sz="105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03089097"/>
                      </a:ext>
                    </a:extLst>
                  </a:tr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1−∑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36126613"/>
                      </a:ext>
                    </a:extLst>
                  </a:tr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112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1862025"/>
                      </a:ext>
                    </a:extLst>
                  </a:tr>
                  <a:tr h="159680">
                    <a:tc gridSpan="4"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x-none" sz="1050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x-none" sz="1050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x-none" sz="105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86071213"/>
                      </a:ext>
                    </a:extLst>
                  </a:tr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oMath>
                            </m:oMathPara>
                          </a14:m>
                          <a:endParaRPr lang="x-none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1−∑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1869616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2C43D4F-5DA9-41CE-CEC8-BDC574B2385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10609226"/>
                  </p:ext>
                </p:extLst>
              </p:nvPr>
            </p:nvGraphicFramePr>
            <p:xfrm>
              <a:off x="5520492" y="2244085"/>
              <a:ext cx="1272758" cy="1828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8280">
                      <a:extLst>
                        <a:ext uri="{9D8B030D-6E8A-4147-A177-3AD203B41FA5}">
                          <a16:colId xmlns:a16="http://schemas.microsoft.com/office/drawing/2014/main" val="1502425811"/>
                        </a:ext>
                      </a:extLst>
                    </a:gridCol>
                    <a:gridCol w="208280">
                      <a:extLst>
                        <a:ext uri="{9D8B030D-6E8A-4147-A177-3AD203B41FA5}">
                          <a16:colId xmlns:a16="http://schemas.microsoft.com/office/drawing/2014/main" val="849169594"/>
                        </a:ext>
                      </a:extLst>
                    </a:gridCol>
                    <a:gridCol w="208280">
                      <a:extLst>
                        <a:ext uri="{9D8B030D-6E8A-4147-A177-3AD203B41FA5}">
                          <a16:colId xmlns:a16="http://schemas.microsoft.com/office/drawing/2014/main" val="234114462"/>
                        </a:ext>
                      </a:extLst>
                    </a:gridCol>
                    <a:gridCol w="647918">
                      <a:extLst>
                        <a:ext uri="{9D8B030D-6E8A-4147-A177-3AD203B41FA5}">
                          <a16:colId xmlns:a16="http://schemas.microsoft.com/office/drawing/2014/main" val="51511714"/>
                        </a:ext>
                      </a:extLst>
                    </a:gridCol>
                  </a:tblGrid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9"/>
                          <a:stretch>
                            <a:fillRect l="-5882" r="-511765" b="-7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9"/>
                          <a:stretch>
                            <a:fillRect l="-112500" r="-443750" b="-7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9"/>
                          <a:stretch>
                            <a:fillRect l="-200000" r="-317647" b="-7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9"/>
                          <a:stretch>
                            <a:fillRect l="-100000" r="-5882" b="-716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67604455"/>
                      </a:ext>
                    </a:extLst>
                  </a:tr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9"/>
                          <a:stretch>
                            <a:fillRect l="-5882" t="-100000" r="-511765" b="-6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9"/>
                          <a:stretch>
                            <a:fillRect l="-112500" t="-100000" r="-443750" b="-6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9"/>
                          <a:stretch>
                            <a:fillRect l="-200000" t="-100000" r="-317647" b="-6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9"/>
                          <a:stretch>
                            <a:fillRect l="-100000" t="-100000" r="-5882" b="-616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32032942"/>
                      </a:ext>
                    </a:extLst>
                  </a:tr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9"/>
                          <a:stretch>
                            <a:fillRect l="-5882" t="-200000" r="-511765" b="-5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9"/>
                          <a:stretch>
                            <a:fillRect l="-112500" t="-200000" r="-443750" b="-5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9"/>
                          <a:stretch>
                            <a:fillRect l="-200000" t="-200000" r="-317647" b="-5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9"/>
                          <a:stretch>
                            <a:fillRect l="-100000" t="-200000" r="-5882" b="-516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68427416"/>
                      </a:ext>
                    </a:extLst>
                  </a:tr>
                  <a:tr h="228600">
                    <a:tc gridSpan="4"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9"/>
                          <a:stretch>
                            <a:fillRect l="-990" t="-284211" r="-2970" b="-389474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DE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n-DE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pPr/>
                          <a:endParaRPr lang="en-DE" sz="105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03089097"/>
                      </a:ext>
                    </a:extLst>
                  </a:tr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9"/>
                          <a:stretch>
                            <a:fillRect l="-5882" t="-405556" r="-511765" b="-3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9"/>
                          <a:stretch>
                            <a:fillRect l="-112500" t="-405556" r="-443750" b="-3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9"/>
                          <a:stretch>
                            <a:fillRect l="-200000" t="-405556" r="-317647" b="-3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9"/>
                          <a:stretch>
                            <a:fillRect l="-100000" t="-405556" r="-5882" b="-3111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36126613"/>
                      </a:ext>
                    </a:extLst>
                  </a:tr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9"/>
                          <a:stretch>
                            <a:fillRect l="-5882" t="-505556" r="-511765" b="-2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9"/>
                          <a:stretch>
                            <a:fillRect l="-112500" t="-505556" r="-443750" b="-2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9"/>
                          <a:stretch>
                            <a:fillRect l="-200000" t="-505556" r="-317647" b="-2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9"/>
                          <a:stretch>
                            <a:fillRect l="-100000" t="-505556" r="-5882" b="-2111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1862025"/>
                      </a:ext>
                    </a:extLst>
                  </a:tr>
                  <a:tr h="228600">
                    <a:tc gridSpan="4"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9"/>
                          <a:stretch>
                            <a:fillRect l="-990" t="-605556" r="-2970" b="-111111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pPr/>
                          <a:endParaRPr lang="en-DE" sz="1050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n-DE" sz="1050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pPr/>
                          <a:endParaRPr lang="en-DE" sz="105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86071213"/>
                      </a:ext>
                    </a:extLst>
                  </a:tr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9"/>
                          <a:stretch>
                            <a:fillRect l="-5882" t="-705556" r="-511765" b="-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9"/>
                          <a:stretch>
                            <a:fillRect l="-112500" t="-705556" r="-443750" b="-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9"/>
                          <a:stretch>
                            <a:fillRect l="-200000" t="-705556" r="-317647" b="-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19"/>
                          <a:stretch>
                            <a:fillRect l="-100000" t="-705556" r="-5882" b="-111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18696167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1D5AC905-E6CB-D8D6-236F-2804C1CA87C1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6948264" y="2244085"/>
              <a:ext cx="1939713" cy="1828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39961">
                      <a:extLst>
                        <a:ext uri="{9D8B030D-6E8A-4147-A177-3AD203B41FA5}">
                          <a16:colId xmlns:a16="http://schemas.microsoft.com/office/drawing/2014/main" val="1502425811"/>
                        </a:ext>
                      </a:extLst>
                    </a:gridCol>
                    <a:gridCol w="208280">
                      <a:extLst>
                        <a:ext uri="{9D8B030D-6E8A-4147-A177-3AD203B41FA5}">
                          <a16:colId xmlns:a16="http://schemas.microsoft.com/office/drawing/2014/main" val="849169594"/>
                        </a:ext>
                      </a:extLst>
                    </a:gridCol>
                    <a:gridCol w="276283">
                      <a:extLst>
                        <a:ext uri="{9D8B030D-6E8A-4147-A177-3AD203B41FA5}">
                          <a16:colId xmlns:a16="http://schemas.microsoft.com/office/drawing/2014/main" val="234114462"/>
                        </a:ext>
                      </a:extLst>
                    </a:gridCol>
                    <a:gridCol w="208280">
                      <a:extLst>
                        <a:ext uri="{9D8B030D-6E8A-4147-A177-3AD203B41FA5}">
                          <a16:colId xmlns:a16="http://schemas.microsoft.com/office/drawing/2014/main" val="4273218041"/>
                        </a:ext>
                      </a:extLst>
                    </a:gridCol>
                    <a:gridCol w="1006909">
                      <a:extLst>
                        <a:ext uri="{9D8B030D-6E8A-4147-A177-3AD203B41FA5}">
                          <a16:colId xmlns:a16="http://schemas.microsoft.com/office/drawing/2014/main" val="51511714"/>
                        </a:ext>
                      </a:extLst>
                    </a:gridCol>
                  </a:tblGrid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  <m:d>
                                  <m:d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4</m:t>
                                        </m:r>
                                      </m:sub>
                                    </m:s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|</m:t>
                                    </m:r>
                                    <m:sSub>
                                      <m:sSubPr>
                                        <m:ctrlP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900" b="0" i="1" smtClean="0">
                                            <a:latin typeface="Cambria Math" panose="02040503050406030204" pitchFamily="18" charset="0"/>
                                          </a:rPr>
                                          <m:t>3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67604455"/>
                      </a:ext>
                    </a:extLst>
                  </a:tr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1111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32032942"/>
                      </a:ext>
                    </a:extLst>
                  </a:tr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2111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68427416"/>
                      </a:ext>
                    </a:extLst>
                  </a:tr>
                  <a:tr h="159680">
                    <a:tc gridSpan="5"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x-none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x-none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x-none" sz="1050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x-none" sz="105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03089097"/>
                      </a:ext>
                    </a:extLst>
                  </a:tr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1−∑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36126613"/>
                      </a:ext>
                    </a:extLst>
                  </a:tr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900" b="0" i="1" smtClean="0">
                                        <a:latin typeface="Cambria Math" panose="02040503050406030204" pitchFamily="18" charset="0"/>
                                      </a:rPr>
                                      <m:t>1112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1862025"/>
                      </a:ext>
                    </a:extLst>
                  </a:tr>
                  <a:tr h="159680">
                    <a:tc gridSpan="5"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x-none" sz="1050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x-none" sz="1050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x-none" sz="1050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x-none" sz="105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86071213"/>
                      </a:ext>
                    </a:extLst>
                  </a:tr>
                  <a:tr h="1596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oMath>
                            </m:oMathPara>
                          </a14:m>
                          <a:endParaRPr lang="x-none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900" b="0" i="1" smtClean="0">
                                    <a:latin typeface="Cambria Math" panose="02040503050406030204" pitchFamily="18" charset="0"/>
                                  </a:rPr>
                                  <m:t>1−∑</m:t>
                                </m:r>
                              </m:oMath>
                            </m:oMathPara>
                          </a14:m>
                          <a:endParaRPr lang="x-none" sz="9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1869616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1D5AC905-E6CB-D8D6-236F-2804C1CA87C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55669785"/>
                  </p:ext>
                </p:extLst>
              </p:nvPr>
            </p:nvGraphicFramePr>
            <p:xfrm>
              <a:off x="6948264" y="2244085"/>
              <a:ext cx="1939713" cy="1828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39961">
                      <a:extLst>
                        <a:ext uri="{9D8B030D-6E8A-4147-A177-3AD203B41FA5}">
                          <a16:colId xmlns:a16="http://schemas.microsoft.com/office/drawing/2014/main" val="1502425811"/>
                        </a:ext>
                      </a:extLst>
                    </a:gridCol>
                    <a:gridCol w="208280">
                      <a:extLst>
                        <a:ext uri="{9D8B030D-6E8A-4147-A177-3AD203B41FA5}">
                          <a16:colId xmlns:a16="http://schemas.microsoft.com/office/drawing/2014/main" val="849169594"/>
                        </a:ext>
                      </a:extLst>
                    </a:gridCol>
                    <a:gridCol w="276283">
                      <a:extLst>
                        <a:ext uri="{9D8B030D-6E8A-4147-A177-3AD203B41FA5}">
                          <a16:colId xmlns:a16="http://schemas.microsoft.com/office/drawing/2014/main" val="234114462"/>
                        </a:ext>
                      </a:extLst>
                    </a:gridCol>
                    <a:gridCol w="208280">
                      <a:extLst>
                        <a:ext uri="{9D8B030D-6E8A-4147-A177-3AD203B41FA5}">
                          <a16:colId xmlns:a16="http://schemas.microsoft.com/office/drawing/2014/main" val="4273218041"/>
                        </a:ext>
                      </a:extLst>
                    </a:gridCol>
                    <a:gridCol w="1006909">
                      <a:extLst>
                        <a:ext uri="{9D8B030D-6E8A-4147-A177-3AD203B41FA5}">
                          <a16:colId xmlns:a16="http://schemas.microsoft.com/office/drawing/2014/main" val="51511714"/>
                        </a:ext>
                      </a:extLst>
                    </a:gridCol>
                  </a:tblGrid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20"/>
                          <a:stretch>
                            <a:fillRect l="-5263" r="-721053" b="-7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20"/>
                          <a:stretch>
                            <a:fillRect l="-125000" r="-756250" b="-7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20"/>
                          <a:stretch>
                            <a:fillRect l="-163636" r="-450000" b="-7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20"/>
                          <a:stretch>
                            <a:fillRect l="-341176" r="-482353" b="-7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20"/>
                          <a:stretch>
                            <a:fillRect l="-94937" r="-3797" b="-716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67604455"/>
                      </a:ext>
                    </a:extLst>
                  </a:tr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20"/>
                          <a:stretch>
                            <a:fillRect l="-5263" t="-100000" r="-721053" b="-6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20"/>
                          <a:stretch>
                            <a:fillRect l="-125000" t="-100000" r="-756250" b="-6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20"/>
                          <a:stretch>
                            <a:fillRect l="-163636" t="-100000" r="-450000" b="-6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20"/>
                          <a:stretch>
                            <a:fillRect l="-341176" t="-100000" r="-482353" b="-6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20"/>
                          <a:stretch>
                            <a:fillRect l="-94937" t="-100000" r="-3797" b="-616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32032942"/>
                      </a:ext>
                    </a:extLst>
                  </a:tr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20"/>
                          <a:stretch>
                            <a:fillRect l="-5263" t="-200000" r="-721053" b="-5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20"/>
                          <a:stretch>
                            <a:fillRect l="-125000" t="-200000" r="-756250" b="-5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20"/>
                          <a:stretch>
                            <a:fillRect l="-163636" t="-200000" r="-450000" b="-5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20"/>
                          <a:stretch>
                            <a:fillRect l="-341176" t="-200000" r="-482353" b="-5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20"/>
                          <a:stretch>
                            <a:fillRect l="-94937" t="-200000" r="-3797" b="-516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68427416"/>
                      </a:ext>
                    </a:extLst>
                  </a:tr>
                  <a:tr h="228600">
                    <a:tc gridSpan="5"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20"/>
                          <a:stretch>
                            <a:fillRect l="-654" t="-284211" r="-1961" b="-389474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DE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n-DE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pPr/>
                          <a:endParaRPr lang="en-DE" sz="1050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pPr/>
                          <a:endParaRPr lang="en-DE" sz="105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03089097"/>
                      </a:ext>
                    </a:extLst>
                  </a:tr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20"/>
                          <a:stretch>
                            <a:fillRect l="-5263" t="-405556" r="-721053" b="-3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20"/>
                          <a:stretch>
                            <a:fillRect l="-125000" t="-405556" r="-756250" b="-3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20"/>
                          <a:stretch>
                            <a:fillRect l="-163636" t="-405556" r="-450000" b="-3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20"/>
                          <a:stretch>
                            <a:fillRect l="-341176" t="-405556" r="-482353" b="-3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20"/>
                          <a:stretch>
                            <a:fillRect l="-94937" t="-405556" r="-3797" b="-3111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36126613"/>
                      </a:ext>
                    </a:extLst>
                  </a:tr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20"/>
                          <a:stretch>
                            <a:fillRect l="-5263" t="-505556" r="-721053" b="-2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20"/>
                          <a:stretch>
                            <a:fillRect l="-125000" t="-505556" r="-756250" b="-2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20"/>
                          <a:stretch>
                            <a:fillRect l="-163636" t="-505556" r="-450000" b="-2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20"/>
                          <a:stretch>
                            <a:fillRect l="-341176" t="-505556" r="-482353" b="-2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20"/>
                          <a:stretch>
                            <a:fillRect l="-94937" t="-505556" r="-3797" b="-2111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1862025"/>
                      </a:ext>
                    </a:extLst>
                  </a:tr>
                  <a:tr h="228600">
                    <a:tc gridSpan="5"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20"/>
                          <a:stretch>
                            <a:fillRect l="-654" t="-605556" r="-1961" b="-111111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pPr/>
                          <a:endParaRPr lang="en-DE" sz="1050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n-DE" sz="1050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pPr/>
                          <a:endParaRPr lang="en-DE" sz="1050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pPr/>
                          <a:endParaRPr lang="en-DE" sz="105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86071213"/>
                      </a:ext>
                    </a:extLst>
                  </a:tr>
                  <a:tr h="22860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20"/>
                          <a:stretch>
                            <a:fillRect l="-5263" t="-705556" r="-721053" b="-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20"/>
                          <a:stretch>
                            <a:fillRect l="-125000" t="-705556" r="-756250" b="-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20"/>
                          <a:stretch>
                            <a:fillRect l="-163636" t="-705556" r="-450000" b="-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20"/>
                          <a:stretch>
                            <a:fillRect l="-341176" t="-705556" r="-482353" b="-1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>
                        <a:blipFill>
                          <a:blip r:embed="rId20"/>
                          <a:stretch>
                            <a:fillRect l="-94937" t="-705556" r="-3797" b="-111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18696167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ABD8E3C-DD4B-21D3-C840-FAF176EC5470}"/>
                  </a:ext>
                </a:extLst>
              </p:cNvPr>
              <p:cNvSpPr txBox="1"/>
              <p:nvPr/>
            </p:nvSpPr>
            <p:spPr bwMode="gray">
              <a:xfrm>
                <a:off x="866645" y="4299942"/>
                <a:ext cx="914400" cy="21602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05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05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p>
                          <m:r>
                            <a:rPr lang="en-US" sz="105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p>
                      <m:r>
                        <a:rPr lang="en-US" sz="1050" b="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x-none" sz="1050" dirty="0" err="1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ABD8E3C-DD4B-21D3-C840-FAF176EC54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66645" y="4299942"/>
                <a:ext cx="914400" cy="216024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4DE21F4-1BF0-6746-D31A-439A5E8AD86E}"/>
                  </a:ext>
                </a:extLst>
              </p:cNvPr>
              <p:cNvSpPr txBox="1"/>
              <p:nvPr/>
            </p:nvSpPr>
            <p:spPr bwMode="gray">
              <a:xfrm>
                <a:off x="3270514" y="4299942"/>
                <a:ext cx="914400" cy="21602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50" b="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sz="1050" b="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x-none" sz="1050" dirty="0" err="1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4DE21F4-1BF0-6746-D31A-439A5E8AD8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270514" y="4299942"/>
                <a:ext cx="914400" cy="216024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08029C9-74E4-57F8-EAD4-C9880ED58191}"/>
                  </a:ext>
                </a:extLst>
              </p:cNvPr>
              <p:cNvSpPr txBox="1"/>
              <p:nvPr/>
            </p:nvSpPr>
            <p:spPr bwMode="gray">
              <a:xfrm>
                <a:off x="4411550" y="4299942"/>
                <a:ext cx="914400" cy="21602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105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050" i="1" dirty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1050" i="1" dirty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en-US" sz="1050" b="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1050" b="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x-none" sz="1050" dirty="0" err="1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08029C9-74E4-57F8-EAD4-C9880ED581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411550" y="4299942"/>
                <a:ext cx="914400" cy="216024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C7791DA-E094-C525-4E78-DEB96A9A39CD}"/>
                  </a:ext>
                </a:extLst>
              </p:cNvPr>
              <p:cNvSpPr txBox="1"/>
              <p:nvPr/>
            </p:nvSpPr>
            <p:spPr bwMode="gray">
              <a:xfrm>
                <a:off x="5710669" y="4299942"/>
                <a:ext cx="914400" cy="21602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105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050" i="1" dirty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1050" i="1" dirty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en-US" sz="1050" b="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US" sz="105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05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p>
                          <m:r>
                            <a:rPr lang="en-US" sz="105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x-none" sz="1050" dirty="0" err="1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C7791DA-E094-C525-4E78-DEB96A9A39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710669" y="4299942"/>
                <a:ext cx="914400" cy="216024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0019044-82B9-DC2B-43FA-73A65BCCF6C5}"/>
                  </a:ext>
                </a:extLst>
              </p:cNvPr>
              <p:cNvSpPr txBox="1"/>
              <p:nvPr/>
            </p:nvSpPr>
            <p:spPr bwMode="gray">
              <a:xfrm>
                <a:off x="7460920" y="4299942"/>
                <a:ext cx="914400" cy="21602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105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050" i="1" dirty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1050" i="1" dirty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en-US" sz="1050" b="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US" sz="105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05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p>
                          <m:r>
                            <a:rPr lang="en-US" sz="105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x-none" sz="1050" dirty="0" err="1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0019044-82B9-DC2B-43FA-73A65BCCF6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460920" y="4299942"/>
                <a:ext cx="914400" cy="216024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54ECF3C8-D68A-49AD-A48F-36D4A655FBE5}"/>
                  </a:ext>
                </a:extLst>
              </p:cNvPr>
              <p:cNvSpPr txBox="1"/>
              <p:nvPr/>
            </p:nvSpPr>
            <p:spPr bwMode="gray">
              <a:xfrm>
                <a:off x="3563542" y="4638423"/>
                <a:ext cx="2147127" cy="21602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105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050" i="1" dirty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1050" i="1" dirty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en-US" sz="1050" b="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en-US" sz="105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05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a:rPr lang="en-US" sz="105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105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105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05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p>
                              <m:r>
                                <a:rPr lang="en-US" sz="105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105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105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05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p>
                              <m:r>
                                <a:rPr lang="en-US" sz="105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x-none" sz="1050" dirty="0" err="1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54ECF3C8-D68A-49AD-A48F-36D4A655F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563542" y="4638423"/>
                <a:ext cx="2147127" cy="216024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92D4C42A-F0B6-03A9-7002-6444471C083D}"/>
                  </a:ext>
                </a:extLst>
              </p:cNvPr>
              <p:cNvSpPr txBox="1"/>
              <p:nvPr/>
            </p:nvSpPr>
            <p:spPr bwMode="gray">
              <a:xfrm>
                <a:off x="5415303" y="4647359"/>
                <a:ext cx="2777890" cy="21602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50" b="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050" i="1" dirty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05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1050" i="1" dirty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105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050" i="1" dirty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p>
                              <m:r>
                                <a:rPr lang="en-US" sz="105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1050" i="1" dirty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1050" i="1" dirty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050" i="1" dirty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p>
                              <m:r>
                                <a:rPr lang="en-US" sz="105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  <m:r>
                            <a:rPr lang="en-US" sz="1050" i="1" dirty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1050" i="1" dirty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050" i="1" dirty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p>
                              <m:r>
                                <a:rPr lang="en-US" sz="105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p>
                          </m:sSup>
                        </m:e>
                      </m:d>
                      <m:r>
                        <a:rPr lang="en-US" sz="1050" b="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d>
                        <m:dPr>
                          <m:ctrlPr>
                            <a:rPr lang="en-US" sz="105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05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a:rPr lang="en-US" sz="105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105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105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05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p>
                              <m:r>
                                <a:rPr lang="en-US" sz="105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105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105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05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p>
                              <m:r>
                                <a:rPr lang="en-US" sz="105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x-none" sz="1050" dirty="0" err="1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92D4C42A-F0B6-03A9-7002-6444471C08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415303" y="4647359"/>
                <a:ext cx="2777890" cy="216024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571C3889-912F-10B8-A37D-072C5BD2F0BB}"/>
                  </a:ext>
                </a:extLst>
              </p:cNvPr>
              <p:cNvSpPr txBox="1"/>
              <p:nvPr/>
            </p:nvSpPr>
            <p:spPr bwMode="gray">
              <a:xfrm>
                <a:off x="4411550" y="4872319"/>
                <a:ext cx="2777890" cy="21602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50" b="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05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05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p>
                          <m:r>
                            <a:rPr lang="en-US" sz="105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p>
                      <m:r>
                        <a:rPr lang="en-US" sz="1050" b="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x-none" sz="1050" dirty="0" err="1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571C3889-912F-10B8-A37D-072C5BD2F0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411550" y="4872319"/>
                <a:ext cx="2777890" cy="216024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29AF3A0E-5A3F-6657-65E7-3B7E190EDC1E}"/>
                  </a:ext>
                </a:extLst>
              </p:cNvPr>
              <p:cNvSpPr/>
              <p:nvPr/>
            </p:nvSpPr>
            <p:spPr bwMode="gray">
              <a:xfrm>
                <a:off x="7630981" y="1203783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29AF3A0E-5A3F-6657-65E7-3B7E190EDC1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630981" y="1203783"/>
                <a:ext cx="216000" cy="216000"/>
              </a:xfrm>
              <a:prstGeom prst="ellipse">
                <a:avLst/>
              </a:prstGeom>
              <a:blipFill>
                <a:blip r:embed="rId29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7BA4B4FB-C6D5-100E-2B16-1215116394D9}"/>
                  </a:ext>
                </a:extLst>
              </p:cNvPr>
              <p:cNvSpPr/>
              <p:nvPr/>
            </p:nvSpPr>
            <p:spPr bwMode="gray">
              <a:xfrm>
                <a:off x="8207482" y="1203783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7BA4B4FB-C6D5-100E-2B16-1215116394D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207482" y="1203783"/>
                <a:ext cx="216000" cy="216000"/>
              </a:xfrm>
              <a:prstGeom prst="ellipse">
                <a:avLst/>
              </a:prstGeom>
              <a:blipFill>
                <a:blip r:embed="rId30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30B13A16-E095-1CBC-84C9-A2AE7E1A96D2}"/>
                  </a:ext>
                </a:extLst>
              </p:cNvPr>
              <p:cNvSpPr/>
              <p:nvPr/>
            </p:nvSpPr>
            <p:spPr bwMode="gray">
              <a:xfrm>
                <a:off x="8207482" y="1667823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30B13A16-E095-1CBC-84C9-A2AE7E1A96D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207482" y="1667823"/>
                <a:ext cx="216000" cy="216000"/>
              </a:xfrm>
              <a:prstGeom prst="ellipse">
                <a:avLst/>
              </a:prstGeom>
              <a:blipFill>
                <a:blip r:embed="rId31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A6FB6BF7-6C4E-142E-C5EA-508C4188C4C2}"/>
              </a:ext>
            </a:extLst>
          </p:cNvPr>
          <p:cNvCxnSpPr>
            <a:cxnSpLocks/>
            <a:stCxn id="34" idx="4"/>
            <a:endCxn id="36" idx="1"/>
          </p:cNvCxnSpPr>
          <p:nvPr/>
        </p:nvCxnSpPr>
        <p:spPr bwMode="gray">
          <a:xfrm>
            <a:off x="7738981" y="1419783"/>
            <a:ext cx="500133" cy="27967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A2D562DF-CCEB-A825-FE8C-073EA49F003F}"/>
              </a:ext>
            </a:extLst>
          </p:cNvPr>
          <p:cNvCxnSpPr>
            <a:cxnSpLocks/>
            <a:stCxn id="34" idx="6"/>
            <a:endCxn id="35" idx="2"/>
          </p:cNvCxnSpPr>
          <p:nvPr/>
        </p:nvCxnSpPr>
        <p:spPr bwMode="gray">
          <a:xfrm>
            <a:off x="7846981" y="1311783"/>
            <a:ext cx="36050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90639863-5FF8-3FF9-355E-622E520B4569}"/>
              </a:ext>
            </a:extLst>
          </p:cNvPr>
          <p:cNvCxnSpPr>
            <a:cxnSpLocks/>
            <a:stCxn id="35" idx="4"/>
            <a:endCxn id="36" idx="0"/>
          </p:cNvCxnSpPr>
          <p:nvPr/>
        </p:nvCxnSpPr>
        <p:spPr bwMode="gray">
          <a:xfrm>
            <a:off x="8315482" y="1419783"/>
            <a:ext cx="0" cy="24804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A718B5DB-1392-50D7-48F6-9A39F1F22220}"/>
                  </a:ext>
                </a:extLst>
              </p:cNvPr>
              <p:cNvSpPr/>
              <p:nvPr/>
            </p:nvSpPr>
            <p:spPr bwMode="gray">
              <a:xfrm>
                <a:off x="7634768" y="1667823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A718B5DB-1392-50D7-48F6-9A39F1F2222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634768" y="1667823"/>
                <a:ext cx="216000" cy="216000"/>
              </a:xfrm>
              <a:prstGeom prst="ellipse">
                <a:avLst/>
              </a:prstGeom>
              <a:blipFill>
                <a:blip r:embed="rId32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9114923-D2E3-98BD-0913-43CACFE7EF47}"/>
              </a:ext>
            </a:extLst>
          </p:cNvPr>
          <p:cNvCxnSpPr>
            <a:cxnSpLocks/>
            <a:stCxn id="34" idx="4"/>
            <a:endCxn id="40" idx="0"/>
          </p:cNvCxnSpPr>
          <p:nvPr/>
        </p:nvCxnSpPr>
        <p:spPr bwMode="gray">
          <a:xfrm>
            <a:off x="7738981" y="1419783"/>
            <a:ext cx="3787" cy="24804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9F3F413F-D09E-F7DE-DB20-3390A6D7D6EB}"/>
              </a:ext>
            </a:extLst>
          </p:cNvPr>
          <p:cNvCxnSpPr>
            <a:cxnSpLocks/>
            <a:stCxn id="35" idx="3"/>
            <a:endCxn id="40" idx="7"/>
          </p:cNvCxnSpPr>
          <p:nvPr/>
        </p:nvCxnSpPr>
        <p:spPr bwMode="gray">
          <a:xfrm flipH="1">
            <a:off x="7819136" y="1388151"/>
            <a:ext cx="419978" cy="31130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D53423F9-0890-EED3-0811-B9509CC74122}"/>
              </a:ext>
            </a:extLst>
          </p:cNvPr>
          <p:cNvCxnSpPr>
            <a:cxnSpLocks/>
            <a:stCxn id="36" idx="2"/>
            <a:endCxn id="40" idx="6"/>
          </p:cNvCxnSpPr>
          <p:nvPr/>
        </p:nvCxnSpPr>
        <p:spPr bwMode="gray">
          <a:xfrm flipH="1">
            <a:off x="7850768" y="1775823"/>
            <a:ext cx="35671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0715052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8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1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4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0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5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8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1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2" fill="hold">
                      <p:stCondLst>
                        <p:cond delay="indefinite"/>
                      </p:stCondLst>
                      <p:childTnLst>
                        <p:par>
                          <p:cTn id="113" fill="hold">
                            <p:stCondLst>
                              <p:cond delay="0"/>
                            </p:stCondLst>
                            <p:childTnLst>
                              <p:par>
                                <p:cTn id="11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indefinite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2" fill="hold">
                      <p:stCondLst>
                        <p:cond delay="indefinite"/>
                      </p:stCondLst>
                      <p:childTnLst>
                        <p:par>
                          <p:cTn id="123" fill="hold">
                            <p:stCondLst>
                              <p:cond delay="0"/>
                            </p:stCondLst>
                            <p:childTnLst>
                              <p:par>
                                <p:cTn id="12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6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2" fill="hold">
                      <p:stCondLst>
                        <p:cond delay="indefinite"/>
                      </p:stCondLst>
                      <p:childTnLst>
                        <p:par>
                          <p:cTn id="133" fill="hold">
                            <p:stCondLst>
                              <p:cond delay="0"/>
                            </p:stCondLst>
                            <p:childTnLst>
                              <p:par>
                                <p:cTn id="13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2" fill="hold">
                      <p:stCondLst>
                        <p:cond delay="indefinite"/>
                      </p:stCondLst>
                      <p:childTnLst>
                        <p:par>
                          <p:cTn id="143" fill="hold">
                            <p:stCondLst>
                              <p:cond delay="0"/>
                            </p:stCondLst>
                            <p:childTnLst>
                              <p:par>
                                <p:cTn id="14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7" fill="hold">
                      <p:stCondLst>
                        <p:cond delay="indefinite"/>
                      </p:stCondLst>
                      <p:childTnLst>
                        <p:par>
                          <p:cTn id="148" fill="hold">
                            <p:stCondLst>
                              <p:cond delay="0"/>
                            </p:stCondLst>
                            <p:childTnLst>
                              <p:par>
                                <p:cTn id="14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2" fill="hold">
                      <p:stCondLst>
                        <p:cond delay="indefinite"/>
                      </p:stCondLst>
                      <p:childTnLst>
                        <p:par>
                          <p:cTn id="153" fill="hold">
                            <p:stCondLst>
                              <p:cond delay="0"/>
                            </p:stCondLst>
                            <p:childTnLst>
                              <p:par>
                                <p:cTn id="15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7" fill="hold">
                      <p:stCondLst>
                        <p:cond delay="indefinite"/>
                      </p:stCondLst>
                      <p:childTnLst>
                        <p:par>
                          <p:cTn id="158" fill="hold">
                            <p:stCondLst>
                              <p:cond delay="0"/>
                            </p:stCondLst>
                            <p:childTnLst>
                              <p:par>
                                <p:cTn id="15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2" fill="hold">
                      <p:stCondLst>
                        <p:cond delay="indefinite"/>
                      </p:stCondLst>
                      <p:childTnLst>
                        <p:par>
                          <p:cTn id="163" fill="hold">
                            <p:stCondLst>
                              <p:cond delay="0"/>
                            </p:stCondLst>
                            <p:childTnLst>
                              <p:par>
                                <p:cTn id="16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7" fill="hold">
                      <p:stCondLst>
                        <p:cond delay="indefinite"/>
                      </p:stCondLst>
                      <p:childTnLst>
                        <p:par>
                          <p:cTn id="168" fill="hold">
                            <p:stCondLst>
                              <p:cond delay="0"/>
                            </p:stCondLst>
                            <p:childTnLst>
                              <p:par>
                                <p:cTn id="16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2" fill="hold">
                      <p:stCondLst>
                        <p:cond delay="indefinite"/>
                      </p:stCondLst>
                      <p:childTnLst>
                        <p:par>
                          <p:cTn id="173" fill="hold">
                            <p:stCondLst>
                              <p:cond delay="0"/>
                            </p:stCondLst>
                            <p:childTnLst>
                              <p:par>
                                <p:cTn id="17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5" grpId="0"/>
      <p:bldP spid="6" grpId="0"/>
      <p:bldP spid="8" grpId="0"/>
      <p:bldP spid="9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34" grpId="0" animBg="1"/>
      <p:bldP spid="35" grpId="0" animBg="1"/>
      <p:bldP spid="36" grpId="0" animBg="1"/>
      <p:bldP spid="4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EA0FF215-3B95-F210-1CCB-24FF310AB981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7237560" cy="3132113"/>
              </a:xfrm>
            </p:spPr>
            <p:txBody>
              <a:bodyPr/>
              <a:lstStyle/>
              <a:p>
                <a:r>
                  <a:rPr lang="en-US" dirty="0"/>
                  <a:t>One advantage of a Bayesian network is the ability to </a:t>
                </a:r>
                <a:r>
                  <a:rPr lang="en-US" i="1" dirty="0"/>
                  <a:t>sample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b="1" dirty="0"/>
                  <a:t>Assumption</a:t>
                </a:r>
                <a:endParaRPr lang="en-US" dirty="0"/>
              </a:p>
              <a:p>
                <a:pPr marL="611187" lvl="1" indent="-342900">
                  <a:buFont typeface="+mj-lt"/>
                  <a:buAutoNum type="arabicPeriod"/>
                </a:pPr>
                <a:r>
                  <a:rPr lang="en-US" sz="1200" dirty="0"/>
                  <a:t>Sampling from the conditional distributions is simpler than from the joint distribution</a:t>
                </a:r>
              </a:p>
              <a:p>
                <a:pPr marL="611187" lvl="1" indent="-342900">
                  <a:buFont typeface="+mj-lt"/>
                  <a:buAutoNum type="arabicPeriod"/>
                </a:pPr>
                <a:r>
                  <a:rPr lang="en-US" sz="1200" dirty="0"/>
                  <a:t>There are no clamped nodes, that is, we do not condition on any variable</a:t>
                </a:r>
              </a:p>
              <a:p>
                <a:r>
                  <a:rPr lang="en-US" b="1" dirty="0"/>
                  <a:t>Problems</a:t>
                </a:r>
              </a:p>
              <a:p>
                <a:pPr marL="611187" lvl="1" indent="-342900">
                  <a:buFont typeface="+mj-lt"/>
                  <a:buAutoNum type="arabicPeriod"/>
                </a:pPr>
                <a:r>
                  <a:rPr lang="en-US" sz="1200" dirty="0"/>
                  <a:t>Sampling is </a:t>
                </a:r>
                <a:r>
                  <a:rPr lang="en-US" sz="1200" i="1" dirty="0"/>
                  <a:t>sequential </a:t>
                </a:r>
                <a:r>
                  <a:rPr lang="en-US" sz="1200" dirty="0"/>
                  <a:t>one variable at the time </a:t>
                </a:r>
              </a:p>
              <a:p>
                <a:pPr marL="611187" lvl="1" indent="-342900">
                  <a:buFont typeface="+mj-lt"/>
                  <a:buAutoNum type="arabicPeriod"/>
                </a:pPr>
                <a:r>
                  <a:rPr lang="en-US" sz="1200" dirty="0"/>
                  <a:t>Conditioning happens only on frequent events because for samples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,1</m:t>
                        </m:r>
                      </m:sub>
                    </m:sSub>
                    <m:r>
                      <a:rPr lang="en-US" sz="1200" i="1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EA0FF215-3B95-F210-1CCB-24FF310AB98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7237560" cy="3132113"/>
              </a:xfrm>
              <a:blipFill>
                <a:blip r:embed="rId2"/>
                <a:stretch>
                  <a:fillRect t="-4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E7D15581-927D-2106-BEEB-A6B5625FA9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Sampling a Bayesian Network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FA453A2-AE0D-B94C-5DC1-6A128E2F37A9}"/>
                  </a:ext>
                </a:extLst>
              </p:cNvPr>
              <p:cNvSpPr txBox="1"/>
              <p:nvPr/>
            </p:nvSpPr>
            <p:spPr bwMode="gray">
              <a:xfrm>
                <a:off x="539552" y="1635646"/>
                <a:ext cx="6120680" cy="784317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marL="268287" lvl="1" algn="ctr"/>
                <a:r>
                  <a:rPr lang="en-US" sz="1400" b="1" dirty="0"/>
                  <a:t>Ancestral Sampling</a:t>
                </a:r>
                <a:endParaRPr lang="en-US" sz="1400" dirty="0"/>
              </a:p>
              <a:p>
                <a:pPr marL="611187" lvl="1" indent="-342900">
                  <a:buFont typeface="+mj-lt"/>
                  <a:buAutoNum type="arabicPeriod"/>
                </a:pPr>
                <a:r>
                  <a:rPr lang="en-US" sz="1400" dirty="0"/>
                  <a:t>Topologically sort all variables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1400" i="1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1400" dirty="0"/>
                  <a:t> into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d>
                          <m:d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sub>
                    </m:sSub>
                    <m:r>
                      <a:rPr lang="en-US" sz="1400" i="1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d>
                          <m:d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sub>
                    </m:sSub>
                  </m:oMath>
                </a14:m>
                <a:endParaRPr lang="en-US" sz="1400" dirty="0"/>
              </a:p>
              <a:p>
                <a:pPr marL="611187" lvl="1" indent="-342900">
                  <a:buFont typeface="+mj-lt"/>
                  <a:buAutoNum type="arabicPeriod"/>
                </a:pPr>
                <a:r>
                  <a:rPr lang="en-US" sz="1400" dirty="0"/>
                  <a:t>Sample each variable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d>
                          <m:d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sub>
                    </m:sSub>
                  </m:oMath>
                </a14:m>
                <a:r>
                  <a:rPr lang="x-none" sz="1400" dirty="0"/>
                  <a:t> using distribution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d>
                              <m:dPr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</m:d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d>
                              <m:dPr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d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d>
                              <m:dPr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d>
                          </m:sub>
                        </m:sSub>
                      </m:e>
                    </m:d>
                  </m:oMath>
                </a14:m>
                <a:endParaRPr lang="x-none" sz="1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FA453A2-AE0D-B94C-5DC1-6A128E2F37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39552" y="1635646"/>
                <a:ext cx="6120680" cy="78431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D5CCD21-2D86-EB94-A5C8-1B973FE907AD}"/>
                  </a:ext>
                </a:extLst>
              </p:cNvPr>
              <p:cNvSpPr txBox="1"/>
              <p:nvPr/>
            </p:nvSpPr>
            <p:spPr bwMode="gray">
              <a:xfrm>
                <a:off x="4439632" y="4412484"/>
                <a:ext cx="2808313" cy="48192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r>
                        <a:rPr lang="en-US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e>
                        <m:e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D5CCD21-2D86-EB94-A5C8-1B973FE907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439632" y="4412484"/>
                <a:ext cx="2808313" cy="48192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4729B96-4709-44D2-DEF7-31C63BEDBC82}"/>
              </a:ext>
            </a:extLst>
          </p:cNvPr>
          <p:cNvCxnSpPr>
            <a:cxnSpLocks/>
            <a:stCxn id="10" idx="1"/>
            <a:endCxn id="17" idx="3"/>
          </p:cNvCxnSpPr>
          <p:nvPr/>
        </p:nvCxnSpPr>
        <p:spPr bwMode="gray">
          <a:xfrm flipH="1" flipV="1">
            <a:off x="3707904" y="4787832"/>
            <a:ext cx="2736304" cy="181452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61CD7C5-9F57-3AC6-F5E3-09EE271485A8}"/>
                  </a:ext>
                </a:extLst>
              </p:cNvPr>
              <p:cNvSpPr txBox="1"/>
              <p:nvPr/>
            </p:nvSpPr>
            <p:spPr bwMode="gray">
              <a:xfrm>
                <a:off x="6444208" y="4861272"/>
                <a:ext cx="1224136" cy="21602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 xmlns:m="http://schemas.openxmlformats.org/officeDocument/2006/math">
                    <m:r>
                      <a:rPr lang="en-GB" sz="1000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≈</m:t>
                    </m:r>
                    <m:r>
                      <a:rPr lang="en-US" sz="1000" b="0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x-none" sz="1000" dirty="0">
                    <a:solidFill>
                      <a:srgbClr val="C00000"/>
                    </a:solidFill>
                  </a:rPr>
                  <a:t> for rare events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61CD7C5-9F57-3AC6-F5E3-09EE271485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444208" y="4861272"/>
                <a:ext cx="1224136" cy="216024"/>
              </a:xfrm>
              <a:prstGeom prst="rect">
                <a:avLst/>
              </a:prstGeom>
              <a:blipFill>
                <a:blip r:embed="rId5"/>
                <a:stretch>
                  <a:fillRect r="-2062" b="-2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7EA1C24-E35A-65C9-5123-5AA7AEA54D2C}"/>
                  </a:ext>
                </a:extLst>
              </p:cNvPr>
              <p:cNvSpPr txBox="1"/>
              <p:nvPr/>
            </p:nvSpPr>
            <p:spPr bwMode="gray">
              <a:xfrm>
                <a:off x="1736224" y="4381257"/>
                <a:ext cx="3123808" cy="54438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|"/>
                              <m:endChr m:val="|"/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,1</m:t>
                                          </m:r>
                                        </m:sub>
                                      </m:s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,…,</m:t>
                                      </m:r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d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 | </m:t>
                                  </m:r>
                                  <m:sSub>
                                    <m:sSub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,1</m:t>
                                      </m:r>
                                    </m:sub>
                                  </m:s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=</m:t>
                                  </m:r>
                                  <m:sSub>
                                    <m:sSub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∧…∧</m:t>
                                  </m:r>
                                  <m:sSub>
                                    <m:sSub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=</m:t>
                                  </m:r>
                                  <m:sSub>
                                    <m:sSub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=</m:t>
                                  </m:r>
                                  <m:sSub>
                                    <m:sSub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den>
                      </m:f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7EA1C24-E35A-65C9-5123-5AA7AEA54D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736224" y="4381257"/>
                <a:ext cx="3123808" cy="544380"/>
              </a:xfrm>
              <a:prstGeom prst="rect">
                <a:avLst/>
              </a:prstGeom>
              <a:blipFill>
                <a:blip r:embed="rId6"/>
                <a:stretch>
                  <a:fillRect b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485995B0-ACF4-1E65-F081-63AB4CCB908C}"/>
              </a:ext>
            </a:extLst>
          </p:cNvPr>
          <p:cNvSpPr/>
          <p:nvPr/>
        </p:nvSpPr>
        <p:spPr bwMode="gray">
          <a:xfrm>
            <a:off x="2915816" y="4681252"/>
            <a:ext cx="792088" cy="213159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x-none" sz="1200" b="1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30573849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/>
      <p:bldP spid="10" grpId="0"/>
      <p:bldP spid="16" grpId="0"/>
      <p:bldP spid="1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6E38C6F-3CEE-0B1F-0C72-BC0492A893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Sampling a Bayesian Network: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5CC6559A-6A99-F508-BA76-B0B2FC7AE7B5}"/>
                  </a:ext>
                </a:extLst>
              </p:cNvPr>
              <p:cNvSpPr/>
              <p:nvPr/>
            </p:nvSpPr>
            <p:spPr bwMode="gray">
              <a:xfrm>
                <a:off x="1043608" y="3075838"/>
                <a:ext cx="288000" cy="288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x-none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5CC6559A-6A99-F508-BA76-B0B2FC7AE7B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043608" y="3075838"/>
                <a:ext cx="288000" cy="288000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2FA8812C-88A6-3B7E-160F-F1F8375058A3}"/>
                  </a:ext>
                </a:extLst>
              </p:cNvPr>
              <p:cNvSpPr/>
              <p:nvPr/>
            </p:nvSpPr>
            <p:spPr bwMode="gray">
              <a:xfrm>
                <a:off x="2195760" y="3075838"/>
                <a:ext cx="288000" cy="288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x-none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2FA8812C-88A6-3B7E-160F-F1F8375058A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195760" y="3075838"/>
                <a:ext cx="288000" cy="288000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F94A4FD1-D055-422C-DC4F-CB7F7BDCA717}"/>
                  </a:ext>
                </a:extLst>
              </p:cNvPr>
              <p:cNvSpPr/>
              <p:nvPr/>
            </p:nvSpPr>
            <p:spPr bwMode="gray">
              <a:xfrm>
                <a:off x="1043608" y="3939902"/>
                <a:ext cx="288000" cy="288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x-none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F94A4FD1-D055-422C-DC4F-CB7F7BDCA71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043608" y="3939902"/>
                <a:ext cx="288000" cy="288000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4D38219C-9C4D-355F-4E96-0BA4A62DADD9}"/>
                  </a:ext>
                </a:extLst>
              </p:cNvPr>
              <p:cNvSpPr/>
              <p:nvPr/>
            </p:nvSpPr>
            <p:spPr bwMode="gray">
              <a:xfrm>
                <a:off x="2195760" y="3939902"/>
                <a:ext cx="288000" cy="288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x-none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4D38219C-9C4D-355F-4E96-0BA4A62DADD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195760" y="3939902"/>
                <a:ext cx="288000" cy="288000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CC66BAE0-FD68-D8E9-3541-36C4B1B8C8B2}"/>
                  </a:ext>
                </a:extLst>
              </p:cNvPr>
              <p:cNvSpPr/>
              <p:nvPr/>
            </p:nvSpPr>
            <p:spPr bwMode="gray">
              <a:xfrm>
                <a:off x="1620141" y="4660014"/>
                <a:ext cx="288000" cy="288000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2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x-none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CC66BAE0-FD68-D8E9-3541-36C4B1B8C8B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620141" y="4660014"/>
                <a:ext cx="288000" cy="288000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34D7CB4-590C-7C80-45DD-B222A6122F14}"/>
              </a:ext>
            </a:extLst>
          </p:cNvPr>
          <p:cNvCxnSpPr>
            <a:stCxn id="4" idx="4"/>
            <a:endCxn id="6" idx="0"/>
          </p:cNvCxnSpPr>
          <p:nvPr/>
        </p:nvCxnSpPr>
        <p:spPr bwMode="gray">
          <a:xfrm>
            <a:off x="1187608" y="3363838"/>
            <a:ext cx="0" cy="57606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D9DAE23-2FEE-CBBE-8AAC-68472DB210FB}"/>
              </a:ext>
            </a:extLst>
          </p:cNvPr>
          <p:cNvCxnSpPr>
            <a:cxnSpLocks/>
            <a:stCxn id="5" idx="4"/>
            <a:endCxn id="7" idx="0"/>
          </p:cNvCxnSpPr>
          <p:nvPr/>
        </p:nvCxnSpPr>
        <p:spPr bwMode="gray">
          <a:xfrm>
            <a:off x="2339760" y="3363838"/>
            <a:ext cx="0" cy="57606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B0F5D62-27A3-3087-08A2-91B52C40046A}"/>
              </a:ext>
            </a:extLst>
          </p:cNvPr>
          <p:cNvCxnSpPr>
            <a:cxnSpLocks/>
            <a:stCxn id="7" idx="4"/>
            <a:endCxn id="8" idx="7"/>
          </p:cNvCxnSpPr>
          <p:nvPr/>
        </p:nvCxnSpPr>
        <p:spPr bwMode="gray">
          <a:xfrm flipH="1">
            <a:off x="1865964" y="4227902"/>
            <a:ext cx="473796" cy="47428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E1EAD4E-2067-FABF-AAC1-3AA80685837D}"/>
              </a:ext>
            </a:extLst>
          </p:cNvPr>
          <p:cNvCxnSpPr>
            <a:cxnSpLocks/>
            <a:stCxn id="6" idx="4"/>
            <a:endCxn id="8" idx="1"/>
          </p:cNvCxnSpPr>
          <p:nvPr/>
        </p:nvCxnSpPr>
        <p:spPr bwMode="gray">
          <a:xfrm>
            <a:off x="1187608" y="4227902"/>
            <a:ext cx="474710" cy="47428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6C5BDE7-CA7F-0DDB-0501-9B03FB086E93}"/>
                  </a:ext>
                </a:extLst>
              </p:cNvPr>
              <p:cNvSpPr txBox="1"/>
              <p:nvPr/>
            </p:nvSpPr>
            <p:spPr bwMode="gray">
              <a:xfrm>
                <a:off x="671390" y="1760876"/>
                <a:ext cx="5350122" cy="27956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𝕀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&gt;0</m:t>
                          </m:r>
                        </m:e>
                      </m:d>
                    </m:oMath>
                  </m:oMathPara>
                </a14:m>
                <a:endParaRPr lang="x-none" sz="12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6C5BDE7-CA7F-0DDB-0501-9B03FB086E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71390" y="1760876"/>
                <a:ext cx="5350122" cy="279564"/>
              </a:xfrm>
              <a:prstGeom prst="rect">
                <a:avLst/>
              </a:prstGeom>
              <a:blipFill>
                <a:blip r:embed="rId7"/>
                <a:stretch>
                  <a:fillRect b="-833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DD6D85A1-F35F-F326-DDAC-5BEE35D4B0E5}"/>
                  </a:ext>
                </a:extLst>
              </p:cNvPr>
              <p:cNvSpPr/>
              <p:nvPr/>
            </p:nvSpPr>
            <p:spPr bwMode="gray">
              <a:xfrm>
                <a:off x="4993431" y="3075838"/>
                <a:ext cx="288000" cy="288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x-none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DD6D85A1-F35F-F326-DDAC-5BEE35D4B0E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993431" y="3075838"/>
                <a:ext cx="288000" cy="288000"/>
              </a:xfrm>
              <a:prstGeom prst="ellipse">
                <a:avLst/>
              </a:prstGeom>
              <a:blipFill>
                <a:blip r:embed="rId8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1BAB9335-BFED-1AA3-C615-599EDFF2A508}"/>
                  </a:ext>
                </a:extLst>
              </p:cNvPr>
              <p:cNvSpPr/>
              <p:nvPr/>
            </p:nvSpPr>
            <p:spPr bwMode="gray">
              <a:xfrm>
                <a:off x="6145583" y="3075838"/>
                <a:ext cx="288000" cy="288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x-none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1BAB9335-BFED-1AA3-C615-599EDFF2A50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145583" y="3075838"/>
                <a:ext cx="288000" cy="288000"/>
              </a:xfrm>
              <a:prstGeom prst="ellipse">
                <a:avLst/>
              </a:prstGeom>
              <a:blipFill>
                <a:blip r:embed="rId9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D6BCD661-8716-07A8-DA04-FDC4B34CDB07}"/>
                  </a:ext>
                </a:extLst>
              </p:cNvPr>
              <p:cNvSpPr/>
              <p:nvPr/>
            </p:nvSpPr>
            <p:spPr bwMode="gray">
              <a:xfrm>
                <a:off x="4993431" y="3939902"/>
                <a:ext cx="288000" cy="288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x-none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D6BCD661-8716-07A8-DA04-FDC4B34CDB0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993431" y="3939902"/>
                <a:ext cx="288000" cy="288000"/>
              </a:xfrm>
              <a:prstGeom prst="ellipse">
                <a:avLst/>
              </a:prstGeom>
              <a:blipFill>
                <a:blip r:embed="rId10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A896DAD2-BE7F-FF18-F55E-90557C14002F}"/>
                  </a:ext>
                </a:extLst>
              </p:cNvPr>
              <p:cNvSpPr/>
              <p:nvPr/>
            </p:nvSpPr>
            <p:spPr bwMode="gray">
              <a:xfrm>
                <a:off x="6145583" y="3939902"/>
                <a:ext cx="288000" cy="288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x-none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A896DAD2-BE7F-FF18-F55E-90557C14002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145583" y="3939902"/>
                <a:ext cx="288000" cy="288000"/>
              </a:xfrm>
              <a:prstGeom prst="ellipse">
                <a:avLst/>
              </a:prstGeom>
              <a:blipFill>
                <a:blip r:embed="rId11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C1BC7D8B-9FE6-4348-6D0D-DE987C200B81}"/>
                  </a:ext>
                </a:extLst>
              </p:cNvPr>
              <p:cNvSpPr/>
              <p:nvPr/>
            </p:nvSpPr>
            <p:spPr bwMode="gray">
              <a:xfrm>
                <a:off x="5569964" y="4660014"/>
                <a:ext cx="288000" cy="288000"/>
              </a:xfrm>
              <a:prstGeom prst="ellipse">
                <a:avLst/>
              </a:prstGeom>
              <a:solidFill>
                <a:schemeClr val="accent5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2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x-none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C1BC7D8B-9FE6-4348-6D0D-DE987C200B8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569964" y="4660014"/>
                <a:ext cx="288000" cy="288000"/>
              </a:xfrm>
              <a:prstGeom prst="ellipse">
                <a:avLst/>
              </a:prstGeom>
              <a:blipFill>
                <a:blip r:embed="rId12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0BB3117-2C0A-64A7-BA37-84A68C0DD036}"/>
              </a:ext>
            </a:extLst>
          </p:cNvPr>
          <p:cNvCxnSpPr>
            <a:stCxn id="14" idx="4"/>
            <a:endCxn id="16" idx="0"/>
          </p:cNvCxnSpPr>
          <p:nvPr/>
        </p:nvCxnSpPr>
        <p:spPr bwMode="gray">
          <a:xfrm>
            <a:off x="5137431" y="3363838"/>
            <a:ext cx="0" cy="57606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58C5382-B981-D28B-8E9D-06F5F188D690}"/>
              </a:ext>
            </a:extLst>
          </p:cNvPr>
          <p:cNvCxnSpPr>
            <a:cxnSpLocks/>
            <a:stCxn id="15" idx="4"/>
            <a:endCxn id="17" idx="0"/>
          </p:cNvCxnSpPr>
          <p:nvPr/>
        </p:nvCxnSpPr>
        <p:spPr bwMode="gray">
          <a:xfrm>
            <a:off x="6289583" y="3363838"/>
            <a:ext cx="0" cy="57606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35BF556-28C2-BE2D-C7C2-4A07A487CBEE}"/>
              </a:ext>
            </a:extLst>
          </p:cNvPr>
          <p:cNvCxnSpPr>
            <a:cxnSpLocks/>
            <a:stCxn id="17" idx="4"/>
            <a:endCxn id="18" idx="7"/>
          </p:cNvCxnSpPr>
          <p:nvPr/>
        </p:nvCxnSpPr>
        <p:spPr bwMode="gray">
          <a:xfrm flipH="1">
            <a:off x="5815787" y="4227902"/>
            <a:ext cx="473796" cy="47428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517D52D-D3C7-9E0E-9973-29249EB1BC7E}"/>
              </a:ext>
            </a:extLst>
          </p:cNvPr>
          <p:cNvCxnSpPr>
            <a:cxnSpLocks/>
            <a:stCxn id="16" idx="4"/>
            <a:endCxn id="18" idx="1"/>
          </p:cNvCxnSpPr>
          <p:nvPr/>
        </p:nvCxnSpPr>
        <p:spPr bwMode="gray">
          <a:xfrm>
            <a:off x="5137431" y="4227902"/>
            <a:ext cx="474710" cy="47428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9CACF180-4604-2C95-538C-8200B48C881F}"/>
              </a:ext>
            </a:extLst>
          </p:cNvPr>
          <p:cNvSpPr txBox="1"/>
          <p:nvPr/>
        </p:nvSpPr>
        <p:spPr bwMode="gray">
          <a:xfrm>
            <a:off x="648017" y="2606794"/>
            <a:ext cx="2232248" cy="276999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x-none" sz="1200" b="1" dirty="0"/>
              <a:t>Without match outcome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516371E-F65C-4B6C-259F-F0A9D61B546A}"/>
                  </a:ext>
                </a:extLst>
              </p:cNvPr>
              <p:cNvSpPr txBox="1"/>
              <p:nvPr/>
            </p:nvSpPr>
            <p:spPr bwMode="gray">
              <a:xfrm>
                <a:off x="4436047" y="2606794"/>
                <a:ext cx="2555833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x-none" sz="1200" b="1" dirty="0"/>
                  <a:t>With match outcome (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x-none" sz="1200" b="1" dirty="0"/>
                  <a:t>) </a:t>
                </a: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516371E-F65C-4B6C-259F-F0A9D61B54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436047" y="2606794"/>
                <a:ext cx="2555833" cy="276999"/>
              </a:xfrm>
              <a:prstGeom prst="rect">
                <a:avLst/>
              </a:prstGeom>
              <a:blipFill>
                <a:blip r:embed="rId13"/>
                <a:stretch>
                  <a:fillRect t="-4348" b="-869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179" name="Graphic 4178">
            <a:extLst>
              <a:ext uri="{FF2B5EF4-FFF2-40B4-BE49-F238E27FC236}">
                <a16:creationId xmlns:a16="http://schemas.microsoft.com/office/drawing/2014/main" id="{0F13B0D0-1F31-9D52-F319-AFFE56642515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3974122" y="3761386"/>
            <a:ext cx="960261" cy="640173"/>
          </a:xfrm>
          <a:prstGeom prst="rect">
            <a:avLst/>
          </a:prstGeom>
        </p:spPr>
      </p:pic>
      <p:pic>
        <p:nvPicPr>
          <p:cNvPr id="4181" name="Graphic 4180">
            <a:extLst>
              <a:ext uri="{FF2B5EF4-FFF2-40B4-BE49-F238E27FC236}">
                <a16:creationId xmlns:a16="http://schemas.microsoft.com/office/drawing/2014/main" id="{DC48F67B-8CB2-A7F7-4749-EA174B160830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23701" y="3761385"/>
            <a:ext cx="960261" cy="640173"/>
          </a:xfrm>
          <a:prstGeom prst="rect">
            <a:avLst/>
          </a:prstGeom>
        </p:spPr>
      </p:pic>
      <p:pic>
        <p:nvPicPr>
          <p:cNvPr id="4183" name="Graphic 4182">
            <a:extLst>
              <a:ext uri="{FF2B5EF4-FFF2-40B4-BE49-F238E27FC236}">
                <a16:creationId xmlns:a16="http://schemas.microsoft.com/office/drawing/2014/main" id="{2D8EEC2A-0883-4C1B-4077-93E655ACB6FB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493229" y="3763815"/>
            <a:ext cx="960261" cy="640173"/>
          </a:xfrm>
          <a:prstGeom prst="rect">
            <a:avLst/>
          </a:prstGeom>
        </p:spPr>
      </p:pic>
      <p:pic>
        <p:nvPicPr>
          <p:cNvPr id="4185" name="Graphic 4184">
            <a:extLst>
              <a:ext uri="{FF2B5EF4-FFF2-40B4-BE49-F238E27FC236}">
                <a16:creationId xmlns:a16="http://schemas.microsoft.com/office/drawing/2014/main" id="{36443A97-FAA2-5BD1-AF56-0F5E1F8677D3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2542808" y="3761386"/>
            <a:ext cx="960261" cy="640173"/>
          </a:xfrm>
          <a:prstGeom prst="rect">
            <a:avLst/>
          </a:prstGeom>
        </p:spPr>
      </p:pic>
      <p:pic>
        <p:nvPicPr>
          <p:cNvPr id="4187" name="Graphic 4186">
            <a:extLst>
              <a:ext uri="{FF2B5EF4-FFF2-40B4-BE49-F238E27FC236}">
                <a16:creationId xmlns:a16="http://schemas.microsoft.com/office/drawing/2014/main" id="{6F4328B9-CDAA-E36E-F74B-0D5B63CE9E91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3974122" y="2899750"/>
            <a:ext cx="960261" cy="640173"/>
          </a:xfrm>
          <a:prstGeom prst="rect">
            <a:avLst/>
          </a:prstGeom>
        </p:spPr>
      </p:pic>
      <p:pic>
        <p:nvPicPr>
          <p:cNvPr id="4189" name="Graphic 4188">
            <a:extLst>
              <a:ext uri="{FF2B5EF4-FFF2-40B4-BE49-F238E27FC236}">
                <a16:creationId xmlns:a16="http://schemas.microsoft.com/office/drawing/2014/main" id="{CFFE2808-BD8F-74F7-2045-7A4B5A8B9454}"/>
              </a:ext>
            </a:extLst>
          </p:cNvPr>
          <p:cNvPicPr>
            <a:picLocks noChangeAspect="1"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30600" y="2899751"/>
            <a:ext cx="960261" cy="640173"/>
          </a:xfrm>
          <a:prstGeom prst="rect">
            <a:avLst/>
          </a:prstGeom>
        </p:spPr>
      </p:pic>
      <p:pic>
        <p:nvPicPr>
          <p:cNvPr id="4191" name="Graphic 4190">
            <a:extLst>
              <a:ext uri="{FF2B5EF4-FFF2-40B4-BE49-F238E27FC236}">
                <a16:creationId xmlns:a16="http://schemas.microsoft.com/office/drawing/2014/main" id="{4BEA0088-D774-4D71-FD54-7324D6003516}"/>
              </a:ext>
            </a:extLst>
          </p:cNvPr>
          <p:cNvPicPr>
            <a:picLocks noChangeAspect="1"/>
          </p:cNvPicPr>
          <p:nvPr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6489580" y="2899750"/>
            <a:ext cx="960261" cy="640173"/>
          </a:xfrm>
          <a:prstGeom prst="rect">
            <a:avLst/>
          </a:prstGeom>
        </p:spPr>
      </p:pic>
      <p:pic>
        <p:nvPicPr>
          <p:cNvPr id="4193" name="Graphic 4192">
            <a:extLst>
              <a:ext uri="{FF2B5EF4-FFF2-40B4-BE49-F238E27FC236}">
                <a16:creationId xmlns:a16="http://schemas.microsoft.com/office/drawing/2014/main" id="{C97E2AD4-D601-D7AD-912C-34E09CF3DBA2}"/>
              </a:ext>
            </a:extLst>
          </p:cNvPr>
          <p:cNvPicPr>
            <a:picLocks noChangeAspect="1"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2542808" y="2899751"/>
            <a:ext cx="960261" cy="640173"/>
          </a:xfrm>
          <a:prstGeom prst="rect">
            <a:avLst/>
          </a:prstGeom>
        </p:spPr>
      </p:pic>
      <p:pic>
        <p:nvPicPr>
          <p:cNvPr id="4194" name="Picture 4193">
            <a:extLst>
              <a:ext uri="{FF2B5EF4-FFF2-40B4-BE49-F238E27FC236}">
                <a16:creationId xmlns:a16="http://schemas.microsoft.com/office/drawing/2014/main" id="{2692C299-1660-295B-4DBD-443A27CC73B4}"/>
              </a:ext>
            </a:extLst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6224439" y="1231748"/>
            <a:ext cx="2629595" cy="1268026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27" name="Graphic 26">
            <a:extLst>
              <a:ext uri="{FF2B5EF4-FFF2-40B4-BE49-F238E27FC236}">
                <a16:creationId xmlns:a16="http://schemas.microsoft.com/office/drawing/2014/main" id="{0B66B3ED-33DC-DB25-123C-DD0014605EC7}"/>
              </a:ext>
            </a:extLst>
          </p:cNvPr>
          <p:cNvPicPr>
            <a:picLocks noChangeAspect="1"/>
          </p:cNvPicPr>
          <p:nvPr/>
        </p:nvPicPr>
        <p:blipFill>
          <a:blip r:embed="rId31">
            <a:extLst>
              <a:ext uri="{96DAC541-7B7A-43D3-8B79-37D633B846F1}">
                <asvg:svgBlip xmlns:asvg="http://schemas.microsoft.com/office/drawing/2016/SVG/main" r:embed="rId32"/>
              </a:ext>
            </a:extLst>
          </a:blip>
          <a:stretch>
            <a:fillRect/>
          </a:stretch>
        </p:blipFill>
        <p:spPr>
          <a:xfrm>
            <a:off x="2111189" y="4503326"/>
            <a:ext cx="960261" cy="64017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123667FA-89E1-AB27-832C-6A2DB366E25A}"/>
                  </a:ext>
                </a:extLst>
              </p:cNvPr>
              <p:cNvSpPr txBox="1"/>
              <p:nvPr/>
            </p:nvSpPr>
            <p:spPr bwMode="gray">
              <a:xfrm>
                <a:off x="671390" y="2116834"/>
                <a:ext cx="5350122" cy="27956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x-none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123667FA-89E1-AB27-832C-6A2DB366E2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71390" y="2116834"/>
                <a:ext cx="5350122" cy="279564"/>
              </a:xfrm>
              <a:prstGeom prst="rect">
                <a:avLst/>
              </a:prstGeom>
              <a:blipFill>
                <a:blip r:embed="rId3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39400694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0" dur="500"/>
                                        <p:tgtEl>
                                          <p:spTgt spid="41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0" dur="500"/>
                                        <p:tgtEl>
                                          <p:spTgt spid="41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5" dur="500"/>
                                        <p:tgtEl>
                                          <p:spTgt spid="4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0" dur="500"/>
                                        <p:tgtEl>
                                          <p:spTgt spid="4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5" dur="500"/>
                                        <p:tgtEl>
                                          <p:spTgt spid="41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500"/>
                            </p:stCondLst>
                            <p:childTnLst>
                              <p:par>
                                <p:cTn id="101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1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indefinite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1" dur="500"/>
                                        <p:tgtEl>
                                          <p:spTgt spid="41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2" fill="hold">
                      <p:stCondLst>
                        <p:cond delay="indefinite"/>
                      </p:stCondLst>
                      <p:childTnLst>
                        <p:par>
                          <p:cTn id="123" fill="hold">
                            <p:stCondLst>
                              <p:cond delay="0"/>
                            </p:stCondLst>
                            <p:childTnLst>
                              <p:par>
                                <p:cTn id="12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6" dur="500"/>
                                        <p:tgtEl>
                                          <p:spTgt spid="4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1" dur="500"/>
                                        <p:tgtEl>
                                          <p:spTgt spid="41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2" fill="hold">
                      <p:stCondLst>
                        <p:cond delay="indefinite"/>
                      </p:stCondLst>
                      <p:childTnLst>
                        <p:par>
                          <p:cTn id="133" fill="hold">
                            <p:stCondLst>
                              <p:cond delay="0"/>
                            </p:stCondLst>
                            <p:childTnLst>
                              <p:par>
                                <p:cTn id="13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6" dur="500"/>
                                        <p:tgtEl>
                                          <p:spTgt spid="41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3" grpId="0" animBg="1"/>
      <p:bldP spid="24" grpId="0" animBg="1"/>
      <p:bldP spid="2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32B53C-9D84-FBFF-A2C2-9AB75260B9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413CA6F-34EC-8021-2611-A530DFBA90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Sampling a Bayesian Network: Example (</a:t>
            </a:r>
            <a:r>
              <a:rPr lang="en-US" dirty="0" err="1"/>
              <a:t>ctd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6102AC15-F311-0C63-D8CE-405D747D0D1C}"/>
                  </a:ext>
                </a:extLst>
              </p:cNvPr>
              <p:cNvSpPr/>
              <p:nvPr/>
            </p:nvSpPr>
            <p:spPr bwMode="gray">
              <a:xfrm>
                <a:off x="1043608" y="3075838"/>
                <a:ext cx="288000" cy="288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x-none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6102AC15-F311-0C63-D8CE-405D747D0D1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043608" y="3075838"/>
                <a:ext cx="288000" cy="288000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AF514616-DB3F-742F-08FD-39A8EE5585DC}"/>
                  </a:ext>
                </a:extLst>
              </p:cNvPr>
              <p:cNvSpPr/>
              <p:nvPr/>
            </p:nvSpPr>
            <p:spPr bwMode="gray">
              <a:xfrm>
                <a:off x="2195760" y="3075838"/>
                <a:ext cx="288000" cy="288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x-none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AF514616-DB3F-742F-08FD-39A8EE5585D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195760" y="3075838"/>
                <a:ext cx="288000" cy="288000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0831907C-ABA4-7287-FB50-F7D65EE29ECC}"/>
                  </a:ext>
                </a:extLst>
              </p:cNvPr>
              <p:cNvSpPr/>
              <p:nvPr/>
            </p:nvSpPr>
            <p:spPr bwMode="gray">
              <a:xfrm>
                <a:off x="1043608" y="3939902"/>
                <a:ext cx="288000" cy="288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x-none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0831907C-ABA4-7287-FB50-F7D65EE29EC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043608" y="3939902"/>
                <a:ext cx="288000" cy="288000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CAABE508-7306-4175-3CA0-8E382D962CAA}"/>
                  </a:ext>
                </a:extLst>
              </p:cNvPr>
              <p:cNvSpPr/>
              <p:nvPr/>
            </p:nvSpPr>
            <p:spPr bwMode="gray">
              <a:xfrm>
                <a:off x="2195760" y="3939902"/>
                <a:ext cx="288000" cy="288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x-none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CAABE508-7306-4175-3CA0-8E382D962CA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195760" y="3939902"/>
                <a:ext cx="288000" cy="288000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933C1260-6CAB-C280-CFAE-0E5D524CDD8D}"/>
                  </a:ext>
                </a:extLst>
              </p:cNvPr>
              <p:cNvSpPr/>
              <p:nvPr/>
            </p:nvSpPr>
            <p:spPr bwMode="gray">
              <a:xfrm>
                <a:off x="1620141" y="4660014"/>
                <a:ext cx="288000" cy="288000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2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x-none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933C1260-6CAB-C280-CFAE-0E5D524CDD8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620141" y="4660014"/>
                <a:ext cx="288000" cy="288000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9CD4AE9-2E22-FE1A-0A7C-67932C58D9F3}"/>
              </a:ext>
            </a:extLst>
          </p:cNvPr>
          <p:cNvCxnSpPr>
            <a:stCxn id="4" idx="4"/>
            <a:endCxn id="6" idx="0"/>
          </p:cNvCxnSpPr>
          <p:nvPr/>
        </p:nvCxnSpPr>
        <p:spPr bwMode="gray">
          <a:xfrm>
            <a:off x="1187608" y="3363838"/>
            <a:ext cx="0" cy="57606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771A4E7-94A6-3E63-4C32-C8B2821F606F}"/>
              </a:ext>
            </a:extLst>
          </p:cNvPr>
          <p:cNvCxnSpPr>
            <a:cxnSpLocks/>
            <a:stCxn id="5" idx="4"/>
            <a:endCxn id="7" idx="0"/>
          </p:cNvCxnSpPr>
          <p:nvPr/>
        </p:nvCxnSpPr>
        <p:spPr bwMode="gray">
          <a:xfrm>
            <a:off x="2339760" y="3363838"/>
            <a:ext cx="0" cy="57606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0081304-256A-9E77-E41A-B277A30E9BFA}"/>
              </a:ext>
            </a:extLst>
          </p:cNvPr>
          <p:cNvCxnSpPr>
            <a:cxnSpLocks/>
            <a:stCxn id="7" idx="4"/>
            <a:endCxn id="8" idx="7"/>
          </p:cNvCxnSpPr>
          <p:nvPr/>
        </p:nvCxnSpPr>
        <p:spPr bwMode="gray">
          <a:xfrm flipH="1">
            <a:off x="1865964" y="4227902"/>
            <a:ext cx="473796" cy="47428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0687E77-27D6-6DC3-BE42-15611F7B8FF6}"/>
              </a:ext>
            </a:extLst>
          </p:cNvPr>
          <p:cNvCxnSpPr>
            <a:cxnSpLocks/>
            <a:stCxn id="6" idx="4"/>
            <a:endCxn id="8" idx="1"/>
          </p:cNvCxnSpPr>
          <p:nvPr/>
        </p:nvCxnSpPr>
        <p:spPr bwMode="gray">
          <a:xfrm>
            <a:off x="1187608" y="4227902"/>
            <a:ext cx="474710" cy="47428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F1118910-243F-31B5-C825-92655B10D1CA}"/>
                  </a:ext>
                </a:extLst>
              </p:cNvPr>
              <p:cNvSpPr/>
              <p:nvPr/>
            </p:nvSpPr>
            <p:spPr bwMode="gray">
              <a:xfrm>
                <a:off x="4993431" y="3075838"/>
                <a:ext cx="288000" cy="288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x-none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F1118910-243F-31B5-C825-92655B10D1C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993431" y="3075838"/>
                <a:ext cx="288000" cy="288000"/>
              </a:xfrm>
              <a:prstGeom prst="ellipse">
                <a:avLst/>
              </a:prstGeom>
              <a:blipFill>
                <a:blip r:embed="rId7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E040DE3F-41FE-CFE5-AA4F-14A23A6FDCAA}"/>
                  </a:ext>
                </a:extLst>
              </p:cNvPr>
              <p:cNvSpPr/>
              <p:nvPr/>
            </p:nvSpPr>
            <p:spPr bwMode="gray">
              <a:xfrm>
                <a:off x="6145583" y="3075838"/>
                <a:ext cx="288000" cy="288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x-none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E040DE3F-41FE-CFE5-AA4F-14A23A6FDCA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145583" y="3075838"/>
                <a:ext cx="288000" cy="288000"/>
              </a:xfrm>
              <a:prstGeom prst="ellipse">
                <a:avLst/>
              </a:prstGeom>
              <a:blipFill>
                <a:blip r:embed="rId8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259B805D-7683-6E1B-091A-B1E34F87EC02}"/>
                  </a:ext>
                </a:extLst>
              </p:cNvPr>
              <p:cNvSpPr/>
              <p:nvPr/>
            </p:nvSpPr>
            <p:spPr bwMode="gray">
              <a:xfrm>
                <a:off x="4993431" y="3939902"/>
                <a:ext cx="288000" cy="288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x-none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259B805D-7683-6E1B-091A-B1E34F87EC0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993431" y="3939902"/>
                <a:ext cx="288000" cy="288000"/>
              </a:xfrm>
              <a:prstGeom prst="ellipse">
                <a:avLst/>
              </a:prstGeom>
              <a:blipFill>
                <a:blip r:embed="rId9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E550C158-BDD6-8A35-CC84-53F0FC23FFF8}"/>
                  </a:ext>
                </a:extLst>
              </p:cNvPr>
              <p:cNvSpPr/>
              <p:nvPr/>
            </p:nvSpPr>
            <p:spPr bwMode="gray">
              <a:xfrm>
                <a:off x="6145583" y="3939902"/>
                <a:ext cx="288000" cy="288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x-none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E550C158-BDD6-8A35-CC84-53F0FC23FFF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145583" y="3939902"/>
                <a:ext cx="288000" cy="288000"/>
              </a:xfrm>
              <a:prstGeom prst="ellipse">
                <a:avLst/>
              </a:prstGeom>
              <a:blipFill>
                <a:blip r:embed="rId10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44344B15-B9A1-77AC-DD50-9D4203492E91}"/>
                  </a:ext>
                </a:extLst>
              </p:cNvPr>
              <p:cNvSpPr/>
              <p:nvPr/>
            </p:nvSpPr>
            <p:spPr bwMode="gray">
              <a:xfrm>
                <a:off x="5569964" y="4660014"/>
                <a:ext cx="288000" cy="288000"/>
              </a:xfrm>
              <a:prstGeom prst="ellipse">
                <a:avLst/>
              </a:prstGeom>
              <a:solidFill>
                <a:schemeClr val="accent5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2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x-none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44344B15-B9A1-77AC-DD50-9D4203492E9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569964" y="4660014"/>
                <a:ext cx="288000" cy="288000"/>
              </a:xfrm>
              <a:prstGeom prst="ellipse">
                <a:avLst/>
              </a:prstGeom>
              <a:blipFill>
                <a:blip r:embed="rId11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466D3D0-E92E-8482-AB0C-37CDACF28036}"/>
              </a:ext>
            </a:extLst>
          </p:cNvPr>
          <p:cNvCxnSpPr>
            <a:stCxn id="14" idx="4"/>
            <a:endCxn id="16" idx="0"/>
          </p:cNvCxnSpPr>
          <p:nvPr/>
        </p:nvCxnSpPr>
        <p:spPr bwMode="gray">
          <a:xfrm>
            <a:off x="5137431" y="3363838"/>
            <a:ext cx="0" cy="57606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5F8938D-ED02-C5CA-53CB-D7CD941CDB42}"/>
              </a:ext>
            </a:extLst>
          </p:cNvPr>
          <p:cNvCxnSpPr>
            <a:cxnSpLocks/>
            <a:stCxn id="15" idx="4"/>
            <a:endCxn id="17" idx="0"/>
          </p:cNvCxnSpPr>
          <p:nvPr/>
        </p:nvCxnSpPr>
        <p:spPr bwMode="gray">
          <a:xfrm>
            <a:off x="6289583" y="3363838"/>
            <a:ext cx="0" cy="57606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CD94DD2-5C61-C04B-5150-F0941A461846}"/>
              </a:ext>
            </a:extLst>
          </p:cNvPr>
          <p:cNvCxnSpPr>
            <a:cxnSpLocks/>
            <a:stCxn id="17" idx="4"/>
            <a:endCxn id="18" idx="7"/>
          </p:cNvCxnSpPr>
          <p:nvPr/>
        </p:nvCxnSpPr>
        <p:spPr bwMode="gray">
          <a:xfrm flipH="1">
            <a:off x="5815787" y="4227902"/>
            <a:ext cx="473796" cy="47428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E682FBD-2B9F-119B-E364-0BE084E18CC9}"/>
              </a:ext>
            </a:extLst>
          </p:cNvPr>
          <p:cNvCxnSpPr>
            <a:cxnSpLocks/>
            <a:stCxn id="16" idx="4"/>
            <a:endCxn id="18" idx="1"/>
          </p:cNvCxnSpPr>
          <p:nvPr/>
        </p:nvCxnSpPr>
        <p:spPr bwMode="gray">
          <a:xfrm>
            <a:off x="5137431" y="4227902"/>
            <a:ext cx="474710" cy="47428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6C7D7C28-C752-27CC-1CB2-4CF482CFF46D}"/>
              </a:ext>
            </a:extLst>
          </p:cNvPr>
          <p:cNvSpPr txBox="1"/>
          <p:nvPr/>
        </p:nvSpPr>
        <p:spPr bwMode="gray">
          <a:xfrm>
            <a:off x="648017" y="2606794"/>
            <a:ext cx="2232248" cy="276999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x-none" sz="1200" b="1" dirty="0"/>
              <a:t>Without match outcome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85DF8CB3-61B6-03B7-B18E-851158AF001D}"/>
                  </a:ext>
                </a:extLst>
              </p:cNvPr>
              <p:cNvSpPr txBox="1"/>
              <p:nvPr/>
            </p:nvSpPr>
            <p:spPr bwMode="gray">
              <a:xfrm>
                <a:off x="4436047" y="2606794"/>
                <a:ext cx="2555833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x-none" sz="1200" b="1" dirty="0"/>
                  <a:t>With match outcome (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x-none" sz="1200" b="1" dirty="0"/>
                  <a:t>) </a:t>
                </a: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516371E-F65C-4B6C-259F-F0A9D61B54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436047" y="2606794"/>
                <a:ext cx="2555833" cy="276999"/>
              </a:xfrm>
              <a:prstGeom prst="rect">
                <a:avLst/>
              </a:prstGeom>
              <a:blipFill>
                <a:blip r:embed="rId13"/>
                <a:stretch>
                  <a:fillRect t="-4348" b="-869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4" name="Graphic 43">
            <a:extLst>
              <a:ext uri="{FF2B5EF4-FFF2-40B4-BE49-F238E27FC236}">
                <a16:creationId xmlns:a16="http://schemas.microsoft.com/office/drawing/2014/main" id="{6C805655-6638-423B-7A97-7806D1E34FCC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096668" y="4502862"/>
            <a:ext cx="960261" cy="640174"/>
          </a:xfrm>
          <a:prstGeom prst="rect">
            <a:avLst/>
          </a:prstGeom>
        </p:spPr>
      </p:pic>
      <p:pic>
        <p:nvPicPr>
          <p:cNvPr id="46" name="Graphic 45">
            <a:extLst>
              <a:ext uri="{FF2B5EF4-FFF2-40B4-BE49-F238E27FC236}">
                <a16:creationId xmlns:a16="http://schemas.microsoft.com/office/drawing/2014/main" id="{EA726DCA-4D08-BB0A-54B4-3850FABBC8F7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23700" y="3761384"/>
            <a:ext cx="960261" cy="640174"/>
          </a:xfrm>
          <a:prstGeom prst="rect">
            <a:avLst/>
          </a:prstGeom>
        </p:spPr>
      </p:pic>
      <p:pic>
        <p:nvPicPr>
          <p:cNvPr id="48" name="Graphic 47">
            <a:extLst>
              <a:ext uri="{FF2B5EF4-FFF2-40B4-BE49-F238E27FC236}">
                <a16:creationId xmlns:a16="http://schemas.microsoft.com/office/drawing/2014/main" id="{9F89D31E-2169-1B0B-94C7-3912A0687D2F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3969224" y="3761384"/>
            <a:ext cx="960261" cy="640174"/>
          </a:xfrm>
          <a:prstGeom prst="rect">
            <a:avLst/>
          </a:prstGeom>
        </p:spPr>
      </p:pic>
      <p:pic>
        <p:nvPicPr>
          <p:cNvPr id="50" name="Graphic 49">
            <a:extLst>
              <a:ext uri="{FF2B5EF4-FFF2-40B4-BE49-F238E27FC236}">
                <a16:creationId xmlns:a16="http://schemas.microsoft.com/office/drawing/2014/main" id="{9B3D7445-7525-8C82-E4EC-D320B0FCCE45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2546652" y="3761384"/>
            <a:ext cx="960261" cy="640174"/>
          </a:xfrm>
          <a:prstGeom prst="rect">
            <a:avLst/>
          </a:prstGeom>
        </p:spPr>
      </p:pic>
      <p:pic>
        <p:nvPicPr>
          <p:cNvPr id="52" name="Graphic 51">
            <a:extLst>
              <a:ext uri="{FF2B5EF4-FFF2-40B4-BE49-F238E27FC236}">
                <a16:creationId xmlns:a16="http://schemas.microsoft.com/office/drawing/2014/main" id="{7076B5D4-D6BB-D3E9-9DDC-AE8445F6E07B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6497529" y="3761385"/>
            <a:ext cx="960261" cy="640174"/>
          </a:xfrm>
          <a:prstGeom prst="rect">
            <a:avLst/>
          </a:prstGeom>
        </p:spPr>
      </p:pic>
      <p:pic>
        <p:nvPicPr>
          <p:cNvPr id="54" name="Graphic 53">
            <a:extLst>
              <a:ext uri="{FF2B5EF4-FFF2-40B4-BE49-F238E27FC236}">
                <a16:creationId xmlns:a16="http://schemas.microsoft.com/office/drawing/2014/main" id="{FBE66069-2009-3AE0-4B0B-8A63A5C95528}"/>
              </a:ext>
            </a:extLst>
          </p:cNvPr>
          <p:cNvPicPr>
            <a:picLocks noChangeAspect="1"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23701" y="2899749"/>
            <a:ext cx="960261" cy="640174"/>
          </a:xfrm>
          <a:prstGeom prst="rect">
            <a:avLst/>
          </a:prstGeom>
        </p:spPr>
      </p:pic>
      <p:pic>
        <p:nvPicPr>
          <p:cNvPr id="56" name="Graphic 55">
            <a:extLst>
              <a:ext uri="{FF2B5EF4-FFF2-40B4-BE49-F238E27FC236}">
                <a16:creationId xmlns:a16="http://schemas.microsoft.com/office/drawing/2014/main" id="{95F0D99A-7D69-AE7A-C9C8-09875538697D}"/>
              </a:ext>
            </a:extLst>
          </p:cNvPr>
          <p:cNvPicPr>
            <a:picLocks noChangeAspect="1"/>
          </p:cNvPicPr>
          <p:nvPr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3974917" y="2883793"/>
            <a:ext cx="960261" cy="640174"/>
          </a:xfrm>
          <a:prstGeom prst="rect">
            <a:avLst/>
          </a:prstGeom>
        </p:spPr>
      </p:pic>
      <p:pic>
        <p:nvPicPr>
          <p:cNvPr id="58" name="Graphic 57">
            <a:extLst>
              <a:ext uri="{FF2B5EF4-FFF2-40B4-BE49-F238E27FC236}">
                <a16:creationId xmlns:a16="http://schemas.microsoft.com/office/drawing/2014/main" id="{06A70BDD-4D5F-3475-C161-4B83EFB42575}"/>
              </a:ext>
            </a:extLst>
          </p:cNvPr>
          <p:cNvPicPr>
            <a:picLocks noChangeAspect="1"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2542808" y="2899749"/>
            <a:ext cx="960261" cy="640174"/>
          </a:xfrm>
          <a:prstGeom prst="rect">
            <a:avLst/>
          </a:prstGeom>
        </p:spPr>
      </p:pic>
      <p:pic>
        <p:nvPicPr>
          <p:cNvPr id="60" name="Graphic 59">
            <a:extLst>
              <a:ext uri="{FF2B5EF4-FFF2-40B4-BE49-F238E27FC236}">
                <a16:creationId xmlns:a16="http://schemas.microsoft.com/office/drawing/2014/main" id="{1C20BA09-064B-9E48-6D03-ED29C410900A}"/>
              </a:ext>
            </a:extLst>
          </p:cNvPr>
          <p:cNvPicPr>
            <a:picLocks noChangeAspect="1"/>
          </p:cNvPicPr>
          <p:nvPr/>
        </p:nvPicPr>
        <p:blipFill>
          <a:blip r:embed="rId30">
            <a:extLs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6493229" y="2899749"/>
            <a:ext cx="960261" cy="64017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9D8C95BC-11A1-27AE-D52F-D990DDDE9CFE}"/>
                  </a:ext>
                </a:extLst>
              </p:cNvPr>
              <p:cNvSpPr txBox="1"/>
              <p:nvPr/>
            </p:nvSpPr>
            <p:spPr bwMode="gray">
              <a:xfrm>
                <a:off x="671390" y="1760876"/>
                <a:ext cx="5350122" cy="27956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𝕀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&gt;0</m:t>
                          </m:r>
                        </m:e>
                      </m:d>
                    </m:oMath>
                  </m:oMathPara>
                </a14:m>
                <a:endParaRPr lang="x-none" sz="12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9D8C95BC-11A1-27AE-D52F-D990DDDE9C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71390" y="1760876"/>
                <a:ext cx="5350122" cy="279564"/>
              </a:xfrm>
              <a:prstGeom prst="rect">
                <a:avLst/>
              </a:prstGeom>
              <a:blipFill>
                <a:blip r:embed="rId32"/>
                <a:stretch>
                  <a:fillRect b="-833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BC6EEF83-EA57-6498-4E06-2C4B5A0106D0}"/>
                  </a:ext>
                </a:extLst>
              </p:cNvPr>
              <p:cNvSpPr txBox="1"/>
              <p:nvPr/>
            </p:nvSpPr>
            <p:spPr bwMode="gray">
              <a:xfrm>
                <a:off x="671390" y="2116834"/>
                <a:ext cx="5350122" cy="27956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≪</m:t>
                      </m:r>
                      <m:sSub>
                        <m:sSubPr>
                          <m:ctrlPr>
                            <a:rPr lang="en-US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x-none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BC6EEF83-EA57-6498-4E06-2C4B5A0106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71390" y="2116834"/>
                <a:ext cx="5350122" cy="279564"/>
              </a:xfrm>
              <a:prstGeom prst="rect">
                <a:avLst/>
              </a:prstGeom>
              <a:blipFill>
                <a:blip r:embed="rId3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13592204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7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2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2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6455536F-C2E6-CA7D-6D41-71E9A80A367B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r>
                  <a:rPr lang="en-US" b="1" dirty="0"/>
                  <a:t>Tail-to-Tail Node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b="1" dirty="0"/>
                  <a:t>)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e>
                    </m:d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b="1" dirty="0"/>
                  <a:t>Head-to-Tail Node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b="1" dirty="0"/>
                  <a:t>)</a:t>
                </a:r>
                <a:r>
                  <a:rPr lang="en-US" dirty="0"/>
                  <a:t>:</a:t>
                </a:r>
                <a:r>
                  <a:rPr lang="en-US" b="1" dirty="0"/>
                  <a:t>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e>
                    </m:d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endParaRPr lang="en-US" b="1" dirty="0"/>
              </a:p>
              <a:p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6455536F-C2E6-CA7D-6D41-71E9A80A36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2"/>
                <a:stretch>
                  <a:fillRect t="-35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8DBA71FA-AD23-95A1-9C21-AA1250DFC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Conditional Independence: Warm-Up 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1001CACE-6784-CE25-1D13-E04482FFC3E6}"/>
                  </a:ext>
                </a:extLst>
              </p:cNvPr>
              <p:cNvSpPr/>
              <p:nvPr/>
            </p:nvSpPr>
            <p:spPr bwMode="gray">
              <a:xfrm>
                <a:off x="1791864" y="1671662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1001CACE-6784-CE25-1D13-E04482FFC3E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791864" y="1671662"/>
                <a:ext cx="216000" cy="216000"/>
              </a:xfrm>
              <a:prstGeom prst="ellipse">
                <a:avLst/>
              </a:prstGeom>
              <a:blipFill>
                <a:blip r:embed="rId3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D6004B6A-6E25-EC4D-2775-74DE086CC86D}"/>
                  </a:ext>
                </a:extLst>
              </p:cNvPr>
              <p:cNvSpPr/>
              <p:nvPr/>
            </p:nvSpPr>
            <p:spPr bwMode="gray">
              <a:xfrm>
                <a:off x="2108073" y="2063557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D6004B6A-6E25-EC4D-2775-74DE086CC86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108073" y="2063557"/>
                <a:ext cx="216000" cy="216000"/>
              </a:xfrm>
              <a:prstGeom prst="ellipse">
                <a:avLst/>
              </a:prstGeom>
              <a:blipFill>
                <a:blip r:embed="rId4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0B35772F-7A9A-0C2A-2CC5-6FAD06ED490B}"/>
                  </a:ext>
                </a:extLst>
              </p:cNvPr>
              <p:cNvSpPr/>
              <p:nvPr/>
            </p:nvSpPr>
            <p:spPr bwMode="gray">
              <a:xfrm>
                <a:off x="1475656" y="2063557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0B35772F-7A9A-0C2A-2CC5-6FAD06ED490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475656" y="2063557"/>
                <a:ext cx="216000" cy="216000"/>
              </a:xfrm>
              <a:prstGeom prst="ellipse">
                <a:avLst/>
              </a:prstGeom>
              <a:blipFill>
                <a:blip r:embed="rId5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4A90DA2-A7F4-F5B9-DAF5-4FF8EF9A77A0}"/>
              </a:ext>
            </a:extLst>
          </p:cNvPr>
          <p:cNvCxnSpPr>
            <a:cxnSpLocks/>
            <a:stCxn id="7" idx="3"/>
            <a:endCxn id="9" idx="7"/>
          </p:cNvCxnSpPr>
          <p:nvPr/>
        </p:nvCxnSpPr>
        <p:spPr bwMode="gray">
          <a:xfrm flipH="1">
            <a:off x="1660024" y="1856030"/>
            <a:ext cx="163472" cy="23915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4E5253E-DBE1-6613-8D99-3F66857DB8AE}"/>
              </a:ext>
            </a:extLst>
          </p:cNvPr>
          <p:cNvCxnSpPr>
            <a:cxnSpLocks/>
            <a:stCxn id="7" idx="5"/>
            <a:endCxn id="8" idx="1"/>
          </p:cNvCxnSpPr>
          <p:nvPr/>
        </p:nvCxnSpPr>
        <p:spPr bwMode="gray">
          <a:xfrm>
            <a:off x="1976232" y="1856030"/>
            <a:ext cx="163473" cy="23915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F2D34A77-803E-647E-6F2F-88A48ADD980E}"/>
                  </a:ext>
                </a:extLst>
              </p:cNvPr>
              <p:cNvSpPr/>
              <p:nvPr/>
            </p:nvSpPr>
            <p:spPr bwMode="gray">
              <a:xfrm>
                <a:off x="5482652" y="1671662"/>
                <a:ext cx="216000" cy="216000"/>
              </a:xfrm>
              <a:prstGeom prst="ellipse">
                <a:avLst/>
              </a:prstGeom>
              <a:solidFill>
                <a:schemeClr val="accent5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F2D34A77-803E-647E-6F2F-88A48ADD980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482652" y="1671662"/>
                <a:ext cx="216000" cy="216000"/>
              </a:xfrm>
              <a:prstGeom prst="ellipse">
                <a:avLst/>
              </a:prstGeom>
              <a:blipFill>
                <a:blip r:embed="rId6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A8518CCE-4A05-1318-F174-0E3042594521}"/>
                  </a:ext>
                </a:extLst>
              </p:cNvPr>
              <p:cNvSpPr/>
              <p:nvPr/>
            </p:nvSpPr>
            <p:spPr bwMode="gray">
              <a:xfrm>
                <a:off x="5798861" y="2063557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A8518CCE-4A05-1318-F174-0E304259452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798861" y="2063557"/>
                <a:ext cx="216000" cy="216000"/>
              </a:xfrm>
              <a:prstGeom prst="ellipse">
                <a:avLst/>
              </a:prstGeom>
              <a:blipFill>
                <a:blip r:embed="rId7"/>
                <a:stretch>
                  <a:fillRect l="-10526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AC65480E-9BF1-2740-81B1-64E49A9727F5}"/>
                  </a:ext>
                </a:extLst>
              </p:cNvPr>
              <p:cNvSpPr/>
              <p:nvPr/>
            </p:nvSpPr>
            <p:spPr bwMode="gray">
              <a:xfrm>
                <a:off x="5166444" y="2063557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AC65480E-9BF1-2740-81B1-64E49A9727F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166444" y="2063557"/>
                <a:ext cx="216000" cy="216000"/>
              </a:xfrm>
              <a:prstGeom prst="ellipse">
                <a:avLst/>
              </a:prstGeom>
              <a:blipFill>
                <a:blip r:embed="rId8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78819635-3741-33FE-62C9-6312665BD589}"/>
              </a:ext>
            </a:extLst>
          </p:cNvPr>
          <p:cNvCxnSpPr>
            <a:cxnSpLocks/>
            <a:stCxn id="19" idx="3"/>
            <a:endCxn id="21" idx="7"/>
          </p:cNvCxnSpPr>
          <p:nvPr/>
        </p:nvCxnSpPr>
        <p:spPr bwMode="gray">
          <a:xfrm flipH="1">
            <a:off x="5350812" y="1856030"/>
            <a:ext cx="163472" cy="23915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F642090-C217-608A-4282-40F28FF73B46}"/>
              </a:ext>
            </a:extLst>
          </p:cNvPr>
          <p:cNvCxnSpPr>
            <a:cxnSpLocks/>
            <a:stCxn id="19" idx="5"/>
            <a:endCxn id="20" idx="1"/>
          </p:cNvCxnSpPr>
          <p:nvPr/>
        </p:nvCxnSpPr>
        <p:spPr bwMode="gray">
          <a:xfrm>
            <a:off x="5667020" y="1856030"/>
            <a:ext cx="163473" cy="23915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DE74F97B-D492-5E8A-3E78-4D78A51608CD}"/>
                  </a:ext>
                </a:extLst>
              </p:cNvPr>
              <p:cNvSpPr txBox="1"/>
              <p:nvPr/>
            </p:nvSpPr>
            <p:spPr bwMode="gray">
              <a:xfrm>
                <a:off x="333944" y="2500546"/>
                <a:ext cx="3131840" cy="4063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a:rPr lang="en-US" sz="8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d>
                            <m:dPr>
                              <m:begChr m:val="{"/>
                              <m:endChr m:val="}"/>
                              <m:ctrlPr>
                                <a:rPr lang="en-US" sz="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sub>
                        <m:sup/>
                        <m:e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  <m:r>
                        <a:rPr lang="en-US" sz="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≠</m:t>
                      </m:r>
                      <m:r>
                        <a:rPr lang="en-US" sz="800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sz="800" i="1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800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8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DE74F97B-D492-5E8A-3E78-4D78A51608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33944" y="2500546"/>
                <a:ext cx="3131840" cy="406330"/>
              </a:xfrm>
              <a:prstGeom prst="rect">
                <a:avLst/>
              </a:prstGeom>
              <a:blipFill>
                <a:blip r:embed="rId9"/>
                <a:stretch>
                  <a:fillRect t="-90909" b="-1303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9F6EE49-0B09-82B6-7499-5C4D9CB69629}"/>
                  </a:ext>
                </a:extLst>
              </p:cNvPr>
              <p:cNvSpPr txBox="1"/>
              <p:nvPr/>
            </p:nvSpPr>
            <p:spPr bwMode="gray">
              <a:xfrm>
                <a:off x="4057380" y="2490215"/>
                <a:ext cx="3066544" cy="35195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8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r>
                        <a:rPr lang="en-US" sz="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800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800" i="1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800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9F6EE49-0B09-82B6-7499-5C4D9CB696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057380" y="2490215"/>
                <a:ext cx="3066544" cy="351956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TextBox 26">
            <a:extLst>
              <a:ext uri="{FF2B5EF4-FFF2-40B4-BE49-F238E27FC236}">
                <a16:creationId xmlns:a16="http://schemas.microsoft.com/office/drawing/2014/main" id="{062E0713-14C1-9380-64EE-D97D81985491}"/>
              </a:ext>
            </a:extLst>
          </p:cNvPr>
          <p:cNvSpPr txBox="1"/>
          <p:nvPr/>
        </p:nvSpPr>
        <p:spPr bwMode="gray">
          <a:xfrm>
            <a:off x="637610" y="2842171"/>
            <a:ext cx="2524508" cy="21602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GB" sz="1000" dirty="0">
                <a:solidFill>
                  <a:srgbClr val="C00000"/>
                </a:solidFill>
              </a:rPr>
              <a:t>not independent</a:t>
            </a:r>
            <a:endParaRPr lang="x-none" sz="1000" dirty="0" err="1">
              <a:solidFill>
                <a:srgbClr val="C00000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636A633-C158-E344-2B0E-6387EA86537C}"/>
              </a:ext>
            </a:extLst>
          </p:cNvPr>
          <p:cNvSpPr txBox="1"/>
          <p:nvPr/>
        </p:nvSpPr>
        <p:spPr bwMode="gray">
          <a:xfrm>
            <a:off x="4535732" y="2842171"/>
            <a:ext cx="2098484" cy="21602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GB" sz="1000" dirty="0">
                <a:solidFill>
                  <a:srgbClr val="C00000"/>
                </a:solidFill>
              </a:rPr>
              <a:t>conditionally independent</a:t>
            </a:r>
            <a:endParaRPr lang="x-none" sz="1000" dirty="0" err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7480B14C-E6DF-7132-9F69-76827A576B56}"/>
                  </a:ext>
                </a:extLst>
              </p:cNvPr>
              <p:cNvSpPr/>
              <p:nvPr/>
            </p:nvSpPr>
            <p:spPr bwMode="gray">
              <a:xfrm>
                <a:off x="1519615" y="3764254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7480B14C-E6DF-7132-9F69-76827A576B5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519615" y="3764254"/>
                <a:ext cx="216000" cy="216000"/>
              </a:xfrm>
              <a:prstGeom prst="ellipse">
                <a:avLst/>
              </a:prstGeom>
              <a:blipFill>
                <a:blip r:embed="rId11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89D5B003-1B33-0BFD-D518-FC1C37E1AB0F}"/>
                  </a:ext>
                </a:extLst>
              </p:cNvPr>
              <p:cNvSpPr/>
              <p:nvPr/>
            </p:nvSpPr>
            <p:spPr bwMode="gray">
              <a:xfrm>
                <a:off x="1976232" y="3764254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89D5B003-1B33-0BFD-D518-FC1C37E1AB0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976232" y="3764254"/>
                <a:ext cx="216000" cy="216000"/>
              </a:xfrm>
              <a:prstGeom prst="ellipse">
                <a:avLst/>
              </a:prstGeom>
              <a:blipFill>
                <a:blip r:embed="rId12"/>
                <a:stretch>
                  <a:fillRect l="-10526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99003BB9-5C7C-911D-428A-3D4DBD31F9A0}"/>
                  </a:ext>
                </a:extLst>
              </p:cNvPr>
              <p:cNvSpPr/>
              <p:nvPr/>
            </p:nvSpPr>
            <p:spPr bwMode="gray">
              <a:xfrm>
                <a:off x="2432849" y="3764254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99003BB9-5C7C-911D-428A-3D4DBD31F9A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432849" y="3764254"/>
                <a:ext cx="216000" cy="216000"/>
              </a:xfrm>
              <a:prstGeom prst="ellipse">
                <a:avLst/>
              </a:prstGeom>
              <a:blipFill>
                <a:blip r:embed="rId13"/>
                <a:stretch>
                  <a:fillRect l="-10526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3D2B3949-663C-1DF6-331E-5A4FC473EF60}"/>
              </a:ext>
            </a:extLst>
          </p:cNvPr>
          <p:cNvCxnSpPr>
            <a:cxnSpLocks/>
            <a:stCxn id="30" idx="6"/>
            <a:endCxn id="31" idx="2"/>
          </p:cNvCxnSpPr>
          <p:nvPr/>
        </p:nvCxnSpPr>
        <p:spPr bwMode="gray">
          <a:xfrm>
            <a:off x="2192232" y="3872254"/>
            <a:ext cx="24061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D5761A80-D44F-7B3B-9EF5-F4AB071FF075}"/>
              </a:ext>
            </a:extLst>
          </p:cNvPr>
          <p:cNvCxnSpPr>
            <a:cxnSpLocks/>
            <a:stCxn id="29" idx="6"/>
            <a:endCxn id="30" idx="2"/>
          </p:cNvCxnSpPr>
          <p:nvPr/>
        </p:nvCxnSpPr>
        <p:spPr bwMode="gray">
          <a:xfrm>
            <a:off x="1735615" y="3872254"/>
            <a:ext cx="24061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D54C6B60-A034-4E8B-65C6-106B4AFFF770}"/>
                  </a:ext>
                </a:extLst>
              </p:cNvPr>
              <p:cNvSpPr txBox="1"/>
              <p:nvPr/>
            </p:nvSpPr>
            <p:spPr bwMode="gray">
              <a:xfrm>
                <a:off x="284195" y="4224789"/>
                <a:ext cx="3600073" cy="4063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a:rPr lang="en-US" sz="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800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800" i="1">
                          <a:latin typeface="Cambria Math" panose="02040503050406030204" pitchFamily="18" charset="0"/>
                        </a:rPr>
                        <m:t>⋅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8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d>
                            <m:dPr>
                              <m:begChr m:val="{"/>
                              <m:endChr m:val="}"/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sub>
                        <m:sup/>
                        <m:e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  <m:r>
                        <a:rPr lang="en-US" sz="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sz="800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≠</m:t>
                      </m:r>
                      <m:r>
                        <a:rPr lang="en-US" sz="800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800" i="1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800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8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D54C6B60-A034-4E8B-65C6-106B4AFFF7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84195" y="4224789"/>
                <a:ext cx="3600073" cy="406330"/>
              </a:xfrm>
              <a:prstGeom prst="rect">
                <a:avLst/>
              </a:prstGeom>
              <a:blipFill>
                <a:blip r:embed="rId14"/>
                <a:stretch>
                  <a:fillRect t="-93939" b="-1303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E11ED620-2154-4E69-5521-3671F12032AC}"/>
                  </a:ext>
                </a:extLst>
              </p:cNvPr>
              <p:cNvSpPr txBox="1"/>
              <p:nvPr/>
            </p:nvSpPr>
            <p:spPr bwMode="gray">
              <a:xfrm>
                <a:off x="4169283" y="4200272"/>
                <a:ext cx="3066544" cy="35195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sz="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r>
                        <a:rPr lang="en-US" sz="800" i="1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800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sz="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800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sz="800" i="1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800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E11ED620-2154-4E69-5521-3671F12032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169283" y="4200272"/>
                <a:ext cx="3066544" cy="351956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TextBox 40">
            <a:extLst>
              <a:ext uri="{FF2B5EF4-FFF2-40B4-BE49-F238E27FC236}">
                <a16:creationId xmlns:a16="http://schemas.microsoft.com/office/drawing/2014/main" id="{A974435D-05DF-6171-5F26-CCCC7E79B514}"/>
              </a:ext>
            </a:extLst>
          </p:cNvPr>
          <p:cNvSpPr txBox="1"/>
          <p:nvPr/>
        </p:nvSpPr>
        <p:spPr bwMode="gray">
          <a:xfrm>
            <a:off x="760973" y="4667156"/>
            <a:ext cx="2524508" cy="21602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GB" sz="1000" dirty="0">
                <a:solidFill>
                  <a:srgbClr val="C00000"/>
                </a:solidFill>
              </a:rPr>
              <a:t>not independent</a:t>
            </a:r>
            <a:endParaRPr lang="x-none" sz="1000" dirty="0" err="1">
              <a:solidFill>
                <a:srgbClr val="C00000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1A98638-D243-943C-A5A5-704EFB726867}"/>
              </a:ext>
            </a:extLst>
          </p:cNvPr>
          <p:cNvSpPr txBox="1"/>
          <p:nvPr/>
        </p:nvSpPr>
        <p:spPr bwMode="gray">
          <a:xfrm>
            <a:off x="4783099" y="4659982"/>
            <a:ext cx="1831105" cy="21602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GB" sz="1000" dirty="0">
                <a:solidFill>
                  <a:srgbClr val="C00000"/>
                </a:solidFill>
              </a:rPr>
              <a:t>conditionally independent</a:t>
            </a:r>
            <a:endParaRPr lang="x-none" sz="1000" dirty="0" err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F0CF8516-B68A-8BAE-9779-C2C60F7E6FD9}"/>
                  </a:ext>
                </a:extLst>
              </p:cNvPr>
              <p:cNvSpPr/>
              <p:nvPr/>
            </p:nvSpPr>
            <p:spPr bwMode="gray">
              <a:xfrm>
                <a:off x="5076056" y="3766208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F0CF8516-B68A-8BAE-9779-C2C60F7E6FD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076056" y="3766208"/>
                <a:ext cx="216000" cy="216000"/>
              </a:xfrm>
              <a:prstGeom prst="ellipse">
                <a:avLst/>
              </a:prstGeom>
              <a:blipFill>
                <a:blip r:embed="rId16"/>
                <a:stretch>
                  <a:fillRect l="-10526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Oval 52">
                <a:extLst>
                  <a:ext uri="{FF2B5EF4-FFF2-40B4-BE49-F238E27FC236}">
                    <a16:creationId xmlns:a16="http://schemas.microsoft.com/office/drawing/2014/main" id="{FB80536F-5078-1051-5A0F-F9C5168F9F78}"/>
                  </a:ext>
                </a:extLst>
              </p:cNvPr>
              <p:cNvSpPr/>
              <p:nvPr/>
            </p:nvSpPr>
            <p:spPr bwMode="gray">
              <a:xfrm>
                <a:off x="5532673" y="3766208"/>
                <a:ext cx="216000" cy="216000"/>
              </a:xfrm>
              <a:prstGeom prst="ellipse">
                <a:avLst/>
              </a:prstGeom>
              <a:solidFill>
                <a:schemeClr val="accent5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3" name="Oval 52">
                <a:extLst>
                  <a:ext uri="{FF2B5EF4-FFF2-40B4-BE49-F238E27FC236}">
                    <a16:creationId xmlns:a16="http://schemas.microsoft.com/office/drawing/2014/main" id="{FB80536F-5078-1051-5A0F-F9C5168F9F7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532673" y="3766208"/>
                <a:ext cx="216000" cy="216000"/>
              </a:xfrm>
              <a:prstGeom prst="ellipse">
                <a:avLst/>
              </a:prstGeom>
              <a:blipFill>
                <a:blip r:embed="rId17"/>
                <a:stretch>
                  <a:fillRect l="-10526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BAC3F27C-0D22-4125-3FAD-EEB0EA80091C}"/>
                  </a:ext>
                </a:extLst>
              </p:cNvPr>
              <p:cNvSpPr/>
              <p:nvPr/>
            </p:nvSpPr>
            <p:spPr bwMode="gray">
              <a:xfrm>
                <a:off x="5989290" y="3766208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BAC3F27C-0D22-4125-3FAD-EEB0EA80091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989290" y="3766208"/>
                <a:ext cx="216000" cy="216000"/>
              </a:xfrm>
              <a:prstGeom prst="ellipse">
                <a:avLst/>
              </a:prstGeom>
              <a:blipFill>
                <a:blip r:embed="rId18"/>
                <a:stretch>
                  <a:fillRect l="-5000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53D74C91-BA0D-719C-0CA1-F7833399BEB9}"/>
              </a:ext>
            </a:extLst>
          </p:cNvPr>
          <p:cNvCxnSpPr>
            <a:cxnSpLocks/>
            <a:stCxn id="53" idx="6"/>
            <a:endCxn id="54" idx="2"/>
          </p:cNvCxnSpPr>
          <p:nvPr/>
        </p:nvCxnSpPr>
        <p:spPr bwMode="gray">
          <a:xfrm>
            <a:off x="5748673" y="3874208"/>
            <a:ext cx="24061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1365227F-3064-FA38-08D9-7C387C6EF993}"/>
              </a:ext>
            </a:extLst>
          </p:cNvPr>
          <p:cNvCxnSpPr>
            <a:cxnSpLocks/>
            <a:stCxn id="52" idx="6"/>
            <a:endCxn id="53" idx="2"/>
          </p:cNvCxnSpPr>
          <p:nvPr/>
        </p:nvCxnSpPr>
        <p:spPr bwMode="gray">
          <a:xfrm>
            <a:off x="5292056" y="3874208"/>
            <a:ext cx="24061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7454324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6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8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3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indefinite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8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1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4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0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5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6" fill="hold">
                      <p:stCondLst>
                        <p:cond delay="indefinite"/>
                      </p:stCondLst>
                      <p:childTnLst>
                        <p:par>
                          <p:cTn id="117" fill="hold">
                            <p:stCondLst>
                              <p:cond delay="0"/>
                            </p:stCondLst>
                            <p:childTnLst>
                              <p:par>
                                <p:cTn id="11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0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9" grpId="0" animBg="1"/>
      <p:bldP spid="20" grpId="0" animBg="1"/>
      <p:bldP spid="21" grpId="0" animBg="1"/>
      <p:bldP spid="25" grpId="0"/>
      <p:bldP spid="26" grpId="0"/>
      <p:bldP spid="27" grpId="0"/>
      <p:bldP spid="28" grpId="0"/>
      <p:bldP spid="29" grpId="0" animBg="1"/>
      <p:bldP spid="30" grpId="0" animBg="1"/>
      <p:bldP spid="31" grpId="0" animBg="1"/>
      <p:bldP spid="39" grpId="0"/>
      <p:bldP spid="40" grpId="0"/>
      <p:bldP spid="41" grpId="0"/>
      <p:bldP spid="42" grpId="0"/>
      <p:bldP spid="52" grpId="0" animBg="1"/>
      <p:bldP spid="53" grpId="0" animBg="1"/>
      <p:bldP spid="5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6455536F-C2E6-CA7D-6D41-71E9A80A367B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6877051" cy="2556041"/>
              </a:xfrm>
            </p:spPr>
            <p:txBody>
              <a:bodyPr/>
              <a:lstStyle/>
              <a:p>
                <a:r>
                  <a:rPr lang="en-US" b="1" dirty="0"/>
                  <a:t>Head-to-Head Node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b="1" dirty="0"/>
                  <a:t>)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pPr lvl="1"/>
                <a:r>
                  <a:rPr lang="en-US" sz="1200" dirty="0"/>
                  <a:t>It can be shown that the path between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1200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sz="1200" dirty="0"/>
                  <a:t> are only independent if </a:t>
                </a:r>
                <a:r>
                  <a:rPr lang="en-US" sz="1200" i="1" dirty="0"/>
                  <a:t>none </a:t>
                </a:r>
                <a:r>
                  <a:rPr lang="en-US" sz="1200" dirty="0"/>
                  <a:t>of the </a:t>
                </a:r>
                <a:r>
                  <a:rPr lang="en-US" sz="1200" i="1" dirty="0"/>
                  <a:t>descendant </a:t>
                </a:r>
                <a:r>
                  <a:rPr lang="en-US" sz="1200" dirty="0"/>
                  <a:t>node from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1200" dirty="0"/>
                  <a:t> (that can be reached in the directed graph) is observed!</a:t>
                </a:r>
              </a:p>
              <a:p>
                <a:r>
                  <a:rPr lang="en-US" b="1" dirty="0"/>
                  <a:t>Skill Example (</a:t>
                </a:r>
                <a:r>
                  <a:rPr lang="en-US" b="1" dirty="0" err="1"/>
                  <a:t>ctd</a:t>
                </a:r>
                <a:r>
                  <a:rPr lang="en-US" b="1" dirty="0"/>
                  <a:t>)</a:t>
                </a:r>
                <a:r>
                  <a:rPr lang="en-US" dirty="0"/>
                  <a:t>: Consider the performance of two players</a:t>
                </a:r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6455536F-C2E6-CA7D-6D41-71E9A80A36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6877051" cy="2556041"/>
              </a:xfrm>
              <a:blipFill>
                <a:blip r:embed="rId2"/>
                <a:stretch>
                  <a:fillRect t="-49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8DBA71FA-AD23-95A1-9C21-AA1250DFC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Conditional Independence: Warm-Up II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1001CACE-6784-CE25-1D13-E04482FFC3E6}"/>
                  </a:ext>
                </a:extLst>
              </p:cNvPr>
              <p:cNvSpPr/>
              <p:nvPr/>
            </p:nvSpPr>
            <p:spPr bwMode="gray">
              <a:xfrm>
                <a:off x="1791865" y="1991819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1001CACE-6784-CE25-1D13-E04482FFC3E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791865" y="1991819"/>
                <a:ext cx="216000" cy="216000"/>
              </a:xfrm>
              <a:prstGeom prst="ellipse">
                <a:avLst/>
              </a:prstGeom>
              <a:blipFill>
                <a:blip r:embed="rId3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D6004B6A-6E25-EC4D-2775-74DE086CC86D}"/>
                  </a:ext>
                </a:extLst>
              </p:cNvPr>
              <p:cNvSpPr/>
              <p:nvPr/>
            </p:nvSpPr>
            <p:spPr bwMode="gray">
              <a:xfrm>
                <a:off x="2108073" y="1591205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D6004B6A-6E25-EC4D-2775-74DE086CC86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108073" y="1591205"/>
                <a:ext cx="216000" cy="216000"/>
              </a:xfrm>
              <a:prstGeom prst="ellipse">
                <a:avLst/>
              </a:prstGeom>
              <a:blipFill>
                <a:blip r:embed="rId4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0B35772F-7A9A-0C2A-2CC5-6FAD06ED490B}"/>
                  </a:ext>
                </a:extLst>
              </p:cNvPr>
              <p:cNvSpPr/>
              <p:nvPr/>
            </p:nvSpPr>
            <p:spPr bwMode="gray">
              <a:xfrm>
                <a:off x="1475656" y="1591205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0B35772F-7A9A-0C2A-2CC5-6FAD06ED490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475656" y="1591205"/>
                <a:ext cx="216000" cy="216000"/>
              </a:xfrm>
              <a:prstGeom prst="ellipse">
                <a:avLst/>
              </a:prstGeom>
              <a:blipFill>
                <a:blip r:embed="rId5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4A90DA2-A7F4-F5B9-DAF5-4FF8EF9A77A0}"/>
              </a:ext>
            </a:extLst>
          </p:cNvPr>
          <p:cNvCxnSpPr>
            <a:cxnSpLocks/>
            <a:stCxn id="9" idx="5"/>
            <a:endCxn id="7" idx="1"/>
          </p:cNvCxnSpPr>
          <p:nvPr/>
        </p:nvCxnSpPr>
        <p:spPr bwMode="gray">
          <a:xfrm>
            <a:off x="1660024" y="1775573"/>
            <a:ext cx="163473" cy="24787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4E5253E-DBE1-6613-8D99-3F66857DB8AE}"/>
              </a:ext>
            </a:extLst>
          </p:cNvPr>
          <p:cNvCxnSpPr>
            <a:cxnSpLocks/>
            <a:stCxn id="8" idx="3"/>
            <a:endCxn id="7" idx="7"/>
          </p:cNvCxnSpPr>
          <p:nvPr/>
        </p:nvCxnSpPr>
        <p:spPr bwMode="gray">
          <a:xfrm flipH="1">
            <a:off x="1976233" y="1775573"/>
            <a:ext cx="163472" cy="24787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DE74F97B-D492-5E8A-3E78-4D78A51608CD}"/>
                  </a:ext>
                </a:extLst>
              </p:cNvPr>
              <p:cNvSpPr txBox="1"/>
              <p:nvPr/>
            </p:nvSpPr>
            <p:spPr bwMode="gray">
              <a:xfrm>
                <a:off x="333944" y="2294049"/>
                <a:ext cx="3131840" cy="41145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a:rPr lang="en-US" sz="8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d>
                            <m:dPr>
                              <m:begChr m:val="{"/>
                              <m:endChr m:val="}"/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8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sub>
                        <m:sup/>
                        <m:e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  <m:r>
                        <a:rPr lang="en-US" sz="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800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sz="800" i="1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800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8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DE74F97B-D492-5E8A-3E78-4D78A51608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33944" y="2294049"/>
                <a:ext cx="3131840" cy="411459"/>
              </a:xfrm>
              <a:prstGeom prst="rect">
                <a:avLst/>
              </a:prstGeom>
              <a:blipFill>
                <a:blip r:embed="rId6"/>
                <a:stretch>
                  <a:fillRect t="-91176" b="-1235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9F6EE49-0B09-82B6-7499-5C4D9CB69629}"/>
                  </a:ext>
                </a:extLst>
              </p:cNvPr>
              <p:cNvSpPr txBox="1"/>
              <p:nvPr/>
            </p:nvSpPr>
            <p:spPr bwMode="gray">
              <a:xfrm>
                <a:off x="4057380" y="2283718"/>
                <a:ext cx="3066544" cy="35195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8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r>
                        <a:rPr lang="en-US" sz="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≠</m:t>
                      </m:r>
                      <m:r>
                        <a:rPr lang="en-US" sz="800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800" i="1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800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9F6EE49-0B09-82B6-7499-5C4D9CB696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057380" y="2283718"/>
                <a:ext cx="3066544" cy="35195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TextBox 26">
            <a:extLst>
              <a:ext uri="{FF2B5EF4-FFF2-40B4-BE49-F238E27FC236}">
                <a16:creationId xmlns:a16="http://schemas.microsoft.com/office/drawing/2014/main" id="{062E0713-14C1-9380-64EE-D97D81985491}"/>
              </a:ext>
            </a:extLst>
          </p:cNvPr>
          <p:cNvSpPr txBox="1"/>
          <p:nvPr/>
        </p:nvSpPr>
        <p:spPr bwMode="gray">
          <a:xfrm>
            <a:off x="4378419" y="2719657"/>
            <a:ext cx="2524508" cy="21602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GB" sz="1000" dirty="0">
                <a:solidFill>
                  <a:srgbClr val="C00000"/>
                </a:solidFill>
              </a:rPr>
              <a:t>not (always) conditionally independent</a:t>
            </a:r>
            <a:endParaRPr lang="x-none" sz="1000" dirty="0" err="1">
              <a:solidFill>
                <a:srgbClr val="C00000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636A633-C158-E344-2B0E-6387EA86537C}"/>
              </a:ext>
            </a:extLst>
          </p:cNvPr>
          <p:cNvSpPr txBox="1"/>
          <p:nvPr/>
        </p:nvSpPr>
        <p:spPr bwMode="gray">
          <a:xfrm>
            <a:off x="850622" y="2642755"/>
            <a:ext cx="2098484" cy="21602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GB" sz="1000" dirty="0">
                <a:solidFill>
                  <a:srgbClr val="C00000"/>
                </a:solidFill>
              </a:rPr>
              <a:t>independent</a:t>
            </a:r>
            <a:endParaRPr lang="x-none" sz="1000" dirty="0" err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A974435D-05DF-6171-5F26-CCCC7E79B514}"/>
                  </a:ext>
                </a:extLst>
              </p:cNvPr>
              <p:cNvSpPr txBox="1"/>
              <p:nvPr/>
            </p:nvSpPr>
            <p:spPr bwMode="gray">
              <a:xfrm>
                <a:off x="665819" y="4587974"/>
                <a:ext cx="2524508" cy="21602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:r>
                  <a:rPr lang="en-US" sz="1000" b="0" dirty="0">
                    <a:solidFill>
                      <a:srgbClr val="C00000"/>
                    </a:solidFill>
                  </a:rPr>
                  <a:t>Before match: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10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x-none" sz="1000" dirty="0">
                    <a:solidFill>
                      <a:srgbClr val="C00000"/>
                    </a:solidFill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1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x-none" sz="1000" dirty="0">
                    <a:solidFill>
                      <a:srgbClr val="C00000"/>
                    </a:solidFill>
                  </a:rPr>
                  <a:t> are independent</a:t>
                </a: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A974435D-05DF-6171-5F26-CCCC7E79B5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65819" y="4587974"/>
                <a:ext cx="2524508" cy="216024"/>
              </a:xfrm>
              <a:prstGeom prst="rect">
                <a:avLst/>
              </a:prstGeom>
              <a:blipFill>
                <a:blip r:embed="rId8"/>
                <a:stretch>
                  <a:fillRect l="-1000" t="-5556" r="-1000" b="-2222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51A98638-D243-943C-A5A5-704EFB726867}"/>
                  </a:ext>
                </a:extLst>
              </p:cNvPr>
              <p:cNvSpPr txBox="1"/>
              <p:nvPr/>
            </p:nvSpPr>
            <p:spPr bwMode="gray">
              <a:xfrm>
                <a:off x="4024235" y="4583634"/>
                <a:ext cx="2751801" cy="21602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:r>
                  <a:rPr lang="en-US" sz="1000" dirty="0">
                    <a:solidFill>
                      <a:srgbClr val="C00000"/>
                    </a:solidFill>
                  </a:rPr>
                  <a:t>After match: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10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m:rPr>
                        <m:nor/>
                      </m:rPr>
                      <a:rPr lang="x-none" sz="1000" dirty="0">
                        <a:solidFill>
                          <a:srgbClr val="C00000"/>
                        </a:solidFill>
                      </a:rPr>
                      <m:t> </m:t>
                    </m:r>
                    <m:r>
                      <m:rPr>
                        <m:nor/>
                      </m:rPr>
                      <a:rPr lang="x-none" sz="1000" dirty="0">
                        <a:solidFill>
                          <a:srgbClr val="C00000"/>
                        </a:solidFill>
                      </a:rPr>
                      <m:t>and</m:t>
                    </m:r>
                    <m:r>
                      <m:rPr>
                        <m:nor/>
                      </m:rPr>
                      <a:rPr lang="x-none" sz="1000" dirty="0">
                        <a:solidFill>
                          <a:srgbClr val="C00000"/>
                        </a:solidFill>
                      </a:rPr>
                      <m:t> </m:t>
                    </m:r>
                    <m:sSub>
                      <m:sSubPr>
                        <m:ctrlPr>
                          <a:rPr lang="en-US" sz="1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1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m:rPr>
                        <m:nor/>
                      </m:rPr>
                      <a:rPr lang="x-none" sz="1000" dirty="0">
                        <a:solidFill>
                          <a:srgbClr val="C00000"/>
                        </a:solidFill>
                      </a:rPr>
                      <m:t> </m:t>
                    </m:r>
                    <m:r>
                      <m:rPr>
                        <m:nor/>
                      </m:rPr>
                      <a:rPr lang="x-none" sz="1000" dirty="0">
                        <a:solidFill>
                          <a:srgbClr val="C00000"/>
                        </a:solidFill>
                      </a:rPr>
                      <m:t>are</m:t>
                    </m:r>
                    <m:r>
                      <m:rPr>
                        <m:nor/>
                      </m:rPr>
                      <a:rPr lang="x-none" sz="1000" dirty="0">
                        <a:solidFill>
                          <a:srgbClr val="C00000"/>
                        </a:solidFill>
                      </a:rPr>
                      <m:t> </m:t>
                    </m:r>
                    <m:r>
                      <m:rPr>
                        <m:nor/>
                      </m:rPr>
                      <a:rPr lang="en-US" sz="1000" b="1" i="0" dirty="0" smtClean="0">
                        <a:solidFill>
                          <a:srgbClr val="C00000"/>
                        </a:solidFill>
                      </a:rPr>
                      <m:t>not</m:t>
                    </m:r>
                    <m:r>
                      <m:rPr>
                        <m:nor/>
                      </m:rPr>
                      <a:rPr lang="en-US" sz="1000" b="0" i="0" dirty="0" smtClean="0">
                        <a:solidFill>
                          <a:srgbClr val="C00000"/>
                        </a:solidFill>
                      </a:rPr>
                      <m:t> </m:t>
                    </m:r>
                    <m:r>
                      <m:rPr>
                        <m:nor/>
                      </m:rPr>
                      <a:rPr lang="x-none" sz="1000" dirty="0">
                        <a:solidFill>
                          <a:srgbClr val="C00000"/>
                        </a:solidFill>
                      </a:rPr>
                      <m:t>independent</m:t>
                    </m:r>
                  </m:oMath>
                </a14:m>
                <a:endParaRPr lang="x-none" sz="1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51A98638-D243-943C-A5A5-704EFB7268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024235" y="4583634"/>
                <a:ext cx="2751801" cy="216024"/>
              </a:xfrm>
              <a:prstGeom prst="rect">
                <a:avLst/>
              </a:prstGeom>
              <a:blipFill>
                <a:blip r:embed="rId9"/>
                <a:stretch>
                  <a:fillRect t="-5556" b="-2222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E19AB23C-1AD3-A2DF-0D48-08F236028B14}"/>
                  </a:ext>
                </a:extLst>
              </p:cNvPr>
              <p:cNvSpPr/>
              <p:nvPr/>
            </p:nvSpPr>
            <p:spPr bwMode="gray">
              <a:xfrm>
                <a:off x="5324465" y="1991819"/>
                <a:ext cx="216000" cy="216000"/>
              </a:xfrm>
              <a:prstGeom prst="ellipse">
                <a:avLst/>
              </a:prstGeom>
              <a:solidFill>
                <a:schemeClr val="accent5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E19AB23C-1AD3-A2DF-0D48-08F236028B1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324465" y="1991819"/>
                <a:ext cx="216000" cy="216000"/>
              </a:xfrm>
              <a:prstGeom prst="ellipse">
                <a:avLst/>
              </a:prstGeom>
              <a:blipFill>
                <a:blip r:embed="rId10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24" name="Oval 1023">
                <a:extLst>
                  <a:ext uri="{FF2B5EF4-FFF2-40B4-BE49-F238E27FC236}">
                    <a16:creationId xmlns:a16="http://schemas.microsoft.com/office/drawing/2014/main" id="{B7ED7D5C-BAA2-E47D-633E-9232AB31343E}"/>
                  </a:ext>
                </a:extLst>
              </p:cNvPr>
              <p:cNvSpPr/>
              <p:nvPr/>
            </p:nvSpPr>
            <p:spPr bwMode="gray">
              <a:xfrm>
                <a:off x="5640673" y="1591205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24" name="Oval 1023">
                <a:extLst>
                  <a:ext uri="{FF2B5EF4-FFF2-40B4-BE49-F238E27FC236}">
                    <a16:creationId xmlns:a16="http://schemas.microsoft.com/office/drawing/2014/main" id="{B7ED7D5C-BAA2-E47D-633E-9232AB31343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640673" y="1591205"/>
                <a:ext cx="216000" cy="216000"/>
              </a:xfrm>
              <a:prstGeom prst="ellipse">
                <a:avLst/>
              </a:prstGeom>
              <a:blipFill>
                <a:blip r:embed="rId11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25" name="Oval 1024">
                <a:extLst>
                  <a:ext uri="{FF2B5EF4-FFF2-40B4-BE49-F238E27FC236}">
                    <a16:creationId xmlns:a16="http://schemas.microsoft.com/office/drawing/2014/main" id="{AB577569-2BC1-D1FD-94D0-7934EADAC2A0}"/>
                  </a:ext>
                </a:extLst>
              </p:cNvPr>
              <p:cNvSpPr/>
              <p:nvPr/>
            </p:nvSpPr>
            <p:spPr bwMode="gray">
              <a:xfrm>
                <a:off x="5008256" y="1591205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25" name="Oval 1024">
                <a:extLst>
                  <a:ext uri="{FF2B5EF4-FFF2-40B4-BE49-F238E27FC236}">
                    <a16:creationId xmlns:a16="http://schemas.microsoft.com/office/drawing/2014/main" id="{AB577569-2BC1-D1FD-94D0-7934EADAC2A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008256" y="1591205"/>
                <a:ext cx="216000" cy="216000"/>
              </a:xfrm>
              <a:prstGeom prst="ellipse">
                <a:avLst/>
              </a:prstGeom>
              <a:blipFill>
                <a:blip r:embed="rId12"/>
                <a:stretch>
                  <a:fillRect l="-11111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27" name="Straight Arrow Connector 1026">
            <a:extLst>
              <a:ext uri="{FF2B5EF4-FFF2-40B4-BE49-F238E27FC236}">
                <a16:creationId xmlns:a16="http://schemas.microsoft.com/office/drawing/2014/main" id="{69F1FE19-025C-D570-9CFD-881C75EF936F}"/>
              </a:ext>
            </a:extLst>
          </p:cNvPr>
          <p:cNvCxnSpPr>
            <a:cxnSpLocks/>
            <a:stCxn id="1025" idx="5"/>
            <a:endCxn id="63" idx="1"/>
          </p:cNvCxnSpPr>
          <p:nvPr/>
        </p:nvCxnSpPr>
        <p:spPr bwMode="gray">
          <a:xfrm>
            <a:off x="5192624" y="1775573"/>
            <a:ext cx="163473" cy="24787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9" name="Straight Arrow Connector 1028">
            <a:extLst>
              <a:ext uri="{FF2B5EF4-FFF2-40B4-BE49-F238E27FC236}">
                <a16:creationId xmlns:a16="http://schemas.microsoft.com/office/drawing/2014/main" id="{4503569A-9580-C0B7-2C08-E838641F2571}"/>
              </a:ext>
            </a:extLst>
          </p:cNvPr>
          <p:cNvCxnSpPr>
            <a:cxnSpLocks/>
            <a:stCxn id="1024" idx="3"/>
            <a:endCxn id="63" idx="7"/>
          </p:cNvCxnSpPr>
          <p:nvPr/>
        </p:nvCxnSpPr>
        <p:spPr bwMode="gray">
          <a:xfrm flipH="1">
            <a:off x="5508833" y="1775573"/>
            <a:ext cx="163472" cy="24787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32" name="Oval 1031">
                <a:extLst>
                  <a:ext uri="{FF2B5EF4-FFF2-40B4-BE49-F238E27FC236}">
                    <a16:creationId xmlns:a16="http://schemas.microsoft.com/office/drawing/2014/main" id="{62909F31-C68D-315A-E5A3-AD271B83A85D}"/>
                  </a:ext>
                </a:extLst>
              </p:cNvPr>
              <p:cNvSpPr/>
              <p:nvPr/>
            </p:nvSpPr>
            <p:spPr bwMode="gray">
              <a:xfrm>
                <a:off x="1531572" y="3939902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32" name="Oval 1031">
                <a:extLst>
                  <a:ext uri="{FF2B5EF4-FFF2-40B4-BE49-F238E27FC236}">
                    <a16:creationId xmlns:a16="http://schemas.microsoft.com/office/drawing/2014/main" id="{62909F31-C68D-315A-E5A3-AD271B83A85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531572" y="3939902"/>
                <a:ext cx="216000" cy="216000"/>
              </a:xfrm>
              <a:prstGeom prst="ellipse">
                <a:avLst/>
              </a:prstGeom>
              <a:blipFill>
                <a:blip r:embed="rId13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33" name="Oval 1032">
                <a:extLst>
                  <a:ext uri="{FF2B5EF4-FFF2-40B4-BE49-F238E27FC236}">
                    <a16:creationId xmlns:a16="http://schemas.microsoft.com/office/drawing/2014/main" id="{1C139E3E-9E22-0D20-593E-426F39D4AE32}"/>
                  </a:ext>
                </a:extLst>
              </p:cNvPr>
              <p:cNvSpPr/>
              <p:nvPr/>
            </p:nvSpPr>
            <p:spPr bwMode="gray">
              <a:xfrm>
                <a:off x="2108073" y="3939902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33" name="Oval 1032">
                <a:extLst>
                  <a:ext uri="{FF2B5EF4-FFF2-40B4-BE49-F238E27FC236}">
                    <a16:creationId xmlns:a16="http://schemas.microsoft.com/office/drawing/2014/main" id="{1C139E3E-9E22-0D20-593E-426F39D4AE3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108073" y="3939902"/>
                <a:ext cx="216000" cy="216000"/>
              </a:xfrm>
              <a:prstGeom prst="ellipse">
                <a:avLst/>
              </a:prstGeom>
              <a:blipFill>
                <a:blip r:embed="rId14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34" name="Oval 1033">
                <a:extLst>
                  <a:ext uri="{FF2B5EF4-FFF2-40B4-BE49-F238E27FC236}">
                    <a16:creationId xmlns:a16="http://schemas.microsoft.com/office/drawing/2014/main" id="{CCC3D2F8-4FDC-4958-3B25-5C01EC241767}"/>
                  </a:ext>
                </a:extLst>
              </p:cNvPr>
              <p:cNvSpPr/>
              <p:nvPr/>
            </p:nvSpPr>
            <p:spPr bwMode="gray">
              <a:xfrm>
                <a:off x="1820073" y="4299958"/>
                <a:ext cx="216000" cy="216000"/>
              </a:xfrm>
              <a:prstGeom prst="ellipse">
                <a:avLst/>
              </a:prstGeom>
              <a:noFill/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34" name="Oval 1033">
                <a:extLst>
                  <a:ext uri="{FF2B5EF4-FFF2-40B4-BE49-F238E27FC236}">
                    <a16:creationId xmlns:a16="http://schemas.microsoft.com/office/drawing/2014/main" id="{CCC3D2F8-4FDC-4958-3B25-5C01EC24176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820073" y="4299958"/>
                <a:ext cx="216000" cy="216000"/>
              </a:xfrm>
              <a:prstGeom prst="ellipse">
                <a:avLst/>
              </a:prstGeom>
              <a:blipFill>
                <a:blip r:embed="rId15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37" name="Straight Arrow Connector 1036">
            <a:extLst>
              <a:ext uri="{FF2B5EF4-FFF2-40B4-BE49-F238E27FC236}">
                <a16:creationId xmlns:a16="http://schemas.microsoft.com/office/drawing/2014/main" id="{4FF51778-A571-8032-46A4-082368C4D440}"/>
              </a:ext>
            </a:extLst>
          </p:cNvPr>
          <p:cNvCxnSpPr>
            <a:cxnSpLocks/>
            <a:stCxn id="1033" idx="4"/>
            <a:endCxn id="1034" idx="7"/>
          </p:cNvCxnSpPr>
          <p:nvPr/>
        </p:nvCxnSpPr>
        <p:spPr bwMode="gray">
          <a:xfrm flipH="1">
            <a:off x="2004441" y="4155902"/>
            <a:ext cx="211632" cy="17568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8" name="Straight Arrow Connector 1037">
            <a:extLst>
              <a:ext uri="{FF2B5EF4-FFF2-40B4-BE49-F238E27FC236}">
                <a16:creationId xmlns:a16="http://schemas.microsoft.com/office/drawing/2014/main" id="{BAC1F905-B9D2-F3D5-6938-AE07C60BB123}"/>
              </a:ext>
            </a:extLst>
          </p:cNvPr>
          <p:cNvCxnSpPr>
            <a:cxnSpLocks/>
            <a:stCxn id="1032" idx="4"/>
            <a:endCxn id="1034" idx="1"/>
          </p:cNvCxnSpPr>
          <p:nvPr/>
        </p:nvCxnSpPr>
        <p:spPr bwMode="gray">
          <a:xfrm>
            <a:off x="1639572" y="4155902"/>
            <a:ext cx="212133" cy="17568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41" name="Oval 1040">
                <a:extLst>
                  <a:ext uri="{FF2B5EF4-FFF2-40B4-BE49-F238E27FC236}">
                    <a16:creationId xmlns:a16="http://schemas.microsoft.com/office/drawing/2014/main" id="{AE585AA5-1F2F-B67D-3836-7C826EAFECA1}"/>
                  </a:ext>
                </a:extLst>
              </p:cNvPr>
              <p:cNvSpPr/>
              <p:nvPr/>
            </p:nvSpPr>
            <p:spPr bwMode="gray">
              <a:xfrm>
                <a:off x="5003635" y="3939910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41" name="Oval 1040">
                <a:extLst>
                  <a:ext uri="{FF2B5EF4-FFF2-40B4-BE49-F238E27FC236}">
                    <a16:creationId xmlns:a16="http://schemas.microsoft.com/office/drawing/2014/main" id="{AE585AA5-1F2F-B67D-3836-7C826EAFECA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003635" y="3939910"/>
                <a:ext cx="216000" cy="216000"/>
              </a:xfrm>
              <a:prstGeom prst="ellipse">
                <a:avLst/>
              </a:prstGeom>
              <a:blipFill>
                <a:blip r:embed="rId16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42" name="Oval 1041">
                <a:extLst>
                  <a:ext uri="{FF2B5EF4-FFF2-40B4-BE49-F238E27FC236}">
                    <a16:creationId xmlns:a16="http://schemas.microsoft.com/office/drawing/2014/main" id="{654B74F3-4D6E-6375-9FEC-D25764C09097}"/>
                  </a:ext>
                </a:extLst>
              </p:cNvPr>
              <p:cNvSpPr/>
              <p:nvPr/>
            </p:nvSpPr>
            <p:spPr bwMode="gray">
              <a:xfrm>
                <a:off x="5580136" y="3939910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42" name="Oval 1041">
                <a:extLst>
                  <a:ext uri="{FF2B5EF4-FFF2-40B4-BE49-F238E27FC236}">
                    <a16:creationId xmlns:a16="http://schemas.microsoft.com/office/drawing/2014/main" id="{654B74F3-4D6E-6375-9FEC-D25764C0909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580136" y="3939910"/>
                <a:ext cx="216000" cy="216000"/>
              </a:xfrm>
              <a:prstGeom prst="ellipse">
                <a:avLst/>
              </a:prstGeom>
              <a:blipFill>
                <a:blip r:embed="rId17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43" name="Oval 1042">
                <a:extLst>
                  <a:ext uri="{FF2B5EF4-FFF2-40B4-BE49-F238E27FC236}">
                    <a16:creationId xmlns:a16="http://schemas.microsoft.com/office/drawing/2014/main" id="{7204CD99-B7BE-7FD5-9A78-F4B2800A8142}"/>
                  </a:ext>
                </a:extLst>
              </p:cNvPr>
              <p:cNvSpPr/>
              <p:nvPr/>
            </p:nvSpPr>
            <p:spPr bwMode="gray">
              <a:xfrm>
                <a:off x="5292136" y="4299966"/>
                <a:ext cx="216000" cy="216000"/>
              </a:xfrm>
              <a:prstGeom prst="ellipse">
                <a:avLst/>
              </a:prstGeom>
              <a:solidFill>
                <a:schemeClr val="accent5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43" name="Oval 1042">
                <a:extLst>
                  <a:ext uri="{FF2B5EF4-FFF2-40B4-BE49-F238E27FC236}">
                    <a16:creationId xmlns:a16="http://schemas.microsoft.com/office/drawing/2014/main" id="{7204CD99-B7BE-7FD5-9A78-F4B2800A814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292136" y="4299966"/>
                <a:ext cx="216000" cy="216000"/>
              </a:xfrm>
              <a:prstGeom prst="ellipse">
                <a:avLst/>
              </a:prstGeom>
              <a:blipFill>
                <a:blip r:embed="rId18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46" name="Straight Arrow Connector 1045">
            <a:extLst>
              <a:ext uri="{FF2B5EF4-FFF2-40B4-BE49-F238E27FC236}">
                <a16:creationId xmlns:a16="http://schemas.microsoft.com/office/drawing/2014/main" id="{23EAD48C-646F-08BF-13E9-E7842CA7881C}"/>
              </a:ext>
            </a:extLst>
          </p:cNvPr>
          <p:cNvCxnSpPr>
            <a:cxnSpLocks/>
            <a:stCxn id="1042" idx="4"/>
            <a:endCxn id="1043" idx="7"/>
          </p:cNvCxnSpPr>
          <p:nvPr/>
        </p:nvCxnSpPr>
        <p:spPr bwMode="gray">
          <a:xfrm flipH="1">
            <a:off x="5476504" y="4155910"/>
            <a:ext cx="211632" cy="17568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7" name="Straight Arrow Connector 1046">
            <a:extLst>
              <a:ext uri="{FF2B5EF4-FFF2-40B4-BE49-F238E27FC236}">
                <a16:creationId xmlns:a16="http://schemas.microsoft.com/office/drawing/2014/main" id="{7CE4E5E8-933A-1C3F-CCE3-C22B8D80AF8D}"/>
              </a:ext>
            </a:extLst>
          </p:cNvPr>
          <p:cNvCxnSpPr>
            <a:cxnSpLocks/>
            <a:stCxn id="1041" idx="4"/>
            <a:endCxn id="1043" idx="1"/>
          </p:cNvCxnSpPr>
          <p:nvPr/>
        </p:nvCxnSpPr>
        <p:spPr bwMode="gray">
          <a:xfrm>
            <a:off x="5111635" y="4155910"/>
            <a:ext cx="212133" cy="17568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58888007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9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10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5" dur="500"/>
                                        <p:tgtEl>
                                          <p:spTgt spid="10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8" dur="500"/>
                                        <p:tgtEl>
                                          <p:spTgt spid="10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1" dur="500"/>
                                        <p:tgtEl>
                                          <p:spTgt spid="10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6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1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4" dur="500"/>
                                        <p:tgtEl>
                                          <p:spTgt spid="10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7" dur="500"/>
                                        <p:tgtEl>
                                          <p:spTgt spid="10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0" dur="500"/>
                                        <p:tgtEl>
                                          <p:spTgt spid="10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3" dur="500"/>
                                        <p:tgtEl>
                                          <p:spTgt spid="10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6" dur="500"/>
                                        <p:tgtEl>
                                          <p:spTgt spid="10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4" dur="500"/>
                                        <p:tgtEl>
                                          <p:spTgt spid="10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7" dur="500"/>
                                        <p:tgtEl>
                                          <p:spTgt spid="10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0" dur="500"/>
                                        <p:tgtEl>
                                          <p:spTgt spid="10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3" dur="500"/>
                                        <p:tgtEl>
                                          <p:spTgt spid="10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6" dur="500"/>
                                        <p:tgtEl>
                                          <p:spTgt spid="10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1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25" grpId="0"/>
      <p:bldP spid="26" grpId="0"/>
      <p:bldP spid="27" grpId="0"/>
      <p:bldP spid="28" grpId="0"/>
      <p:bldP spid="41" grpId="0"/>
      <p:bldP spid="42" grpId="0"/>
      <p:bldP spid="63" grpId="0" animBg="1"/>
      <p:bldP spid="1024" grpId="0" animBg="1"/>
      <p:bldP spid="1025" grpId="0" animBg="1"/>
      <p:bldP spid="1032" grpId="0" animBg="1"/>
      <p:bldP spid="1033" grpId="0" animBg="1"/>
      <p:bldP spid="1034" grpId="0" animBg="1"/>
      <p:bldP spid="1041" grpId="0" animBg="1"/>
      <p:bldP spid="1042" grpId="0" animBg="1"/>
      <p:bldP spid="104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6455536F-C2E6-CA7D-6D41-71E9A80A367B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358775" y="1239837"/>
                <a:ext cx="7541434" cy="2196009"/>
              </a:xfrm>
            </p:spPr>
            <p:txBody>
              <a:bodyPr/>
              <a:lstStyle/>
              <a:p>
                <a:r>
                  <a:rPr lang="en-US" b="1" dirty="0"/>
                  <a:t>Blocked Node</a:t>
                </a:r>
                <a:r>
                  <a:rPr lang="en-US" dirty="0"/>
                  <a:t>. </a:t>
                </a:r>
                <a:r>
                  <a:rPr lang="en-US" i="1" dirty="0"/>
                  <a:t>A node in a Bayesian network is said to be blocked if</a:t>
                </a:r>
              </a:p>
              <a:p>
                <a:pPr marL="611187" lvl="1" indent="-342900">
                  <a:buFont typeface="+mj-lt"/>
                  <a:buAutoNum type="arabicPeriod"/>
                </a:pPr>
                <a:r>
                  <a:rPr lang="en-US" i="1" dirty="0"/>
                  <a:t>It’s a head-to-tail or tail-to-tail node and the node is observed.</a:t>
                </a:r>
              </a:p>
              <a:p>
                <a:pPr marL="611187" lvl="1" indent="-342900">
                  <a:buFont typeface="+mj-lt"/>
                  <a:buAutoNum type="arabicPeriod"/>
                </a:pPr>
                <a:r>
                  <a:rPr lang="en-US" i="1" dirty="0"/>
                  <a:t>It’s a head-to-head node and neither the node nor any of its descendants are observed.</a:t>
                </a:r>
              </a:p>
              <a:p>
                <a:r>
                  <a:rPr lang="en-US" b="1" dirty="0"/>
                  <a:t>d-separation</a:t>
                </a:r>
                <a:r>
                  <a:rPr lang="en-US" dirty="0"/>
                  <a:t>. </a:t>
                </a:r>
                <a:r>
                  <a:rPr lang="en-US" i="1" dirty="0"/>
                  <a:t>Given a Bayesian network and a subset of observed variables, two non-observed variables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i="1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i="1" dirty="0"/>
                  <a:t> are </a:t>
                </a:r>
                <a:r>
                  <a:rPr lang="en-US" dirty="0"/>
                  <a:t>conditionally independent </a:t>
                </a:r>
                <a:r>
                  <a:rPr lang="en-US" i="1" dirty="0"/>
                  <a:t>(that is, d-separated) if every undirected path between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i="1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i="1" dirty="0"/>
                  <a:t> contains at least one blocked node.</a:t>
                </a:r>
              </a:p>
              <a:p>
                <a:r>
                  <a:rPr lang="en-US" b="1" dirty="0"/>
                  <a:t>Examples</a:t>
                </a:r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6455536F-C2E6-CA7D-6D41-71E9A80A36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358775" y="1239837"/>
                <a:ext cx="7541434" cy="2196009"/>
              </a:xfrm>
              <a:blipFill>
                <a:blip r:embed="rId2"/>
                <a:stretch>
                  <a:fillRect t="-575" b="-5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8DBA71FA-AD23-95A1-9C21-AA1250DFC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Conditional Independence: d-separation</a:t>
            </a:r>
          </a:p>
        </p:txBody>
      </p:sp>
      <p:pic>
        <p:nvPicPr>
          <p:cNvPr id="4" name="Picture 4" descr="Judea Pearl">
            <a:extLst>
              <a:ext uri="{FF2B5EF4-FFF2-40B4-BE49-F238E27FC236}">
                <a16:creationId xmlns:a16="http://schemas.microsoft.com/office/drawing/2014/main" id="{2228D9CC-590F-D524-A235-E1D7E4DBB7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040553" y="1203598"/>
            <a:ext cx="635903" cy="9032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A3F8C19-FF19-B1A2-6676-B3FA06CAAA5D}"/>
              </a:ext>
            </a:extLst>
          </p:cNvPr>
          <p:cNvSpPr txBox="1"/>
          <p:nvPr/>
        </p:nvSpPr>
        <p:spPr bwMode="gray">
          <a:xfrm>
            <a:off x="7906617" y="2106852"/>
            <a:ext cx="91018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00" b="1" dirty="0">
                <a:solidFill>
                  <a:srgbClr val="202122"/>
                </a:solidFill>
                <a:latin typeface="Arial" panose="020B0604020202020204" pitchFamily="34" charset="0"/>
              </a:rPr>
              <a:t>Judea Pearl</a:t>
            </a:r>
            <a:br>
              <a:rPr lang="en-US" sz="800" b="1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</a:br>
            <a:r>
              <a:rPr lang="en-US" sz="800" b="1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(1936– )</a:t>
            </a:r>
            <a:endParaRPr lang="en-US" sz="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8FF295C1-5A00-C6EE-DD71-EA84BB796A3D}"/>
                  </a:ext>
                </a:extLst>
              </p:cNvPr>
              <p:cNvSpPr/>
              <p:nvPr/>
            </p:nvSpPr>
            <p:spPr bwMode="gray">
              <a:xfrm>
                <a:off x="2616452" y="3365918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8FF295C1-5A00-C6EE-DD71-EA84BB796A3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616452" y="3365918"/>
                <a:ext cx="216000" cy="216000"/>
              </a:xfrm>
              <a:prstGeom prst="ellipse">
                <a:avLst/>
              </a:prstGeom>
              <a:blipFill>
                <a:blip r:embed="rId4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EF7D8576-93E0-7F7F-FD94-D6C63EAFE9C4}"/>
                  </a:ext>
                </a:extLst>
              </p:cNvPr>
              <p:cNvSpPr/>
              <p:nvPr/>
            </p:nvSpPr>
            <p:spPr bwMode="gray">
              <a:xfrm>
                <a:off x="1954814" y="3365918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EF7D8576-93E0-7F7F-FD94-D6C63EAFE9C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954814" y="3365918"/>
                <a:ext cx="216000" cy="216000"/>
              </a:xfrm>
              <a:prstGeom prst="ellipse">
                <a:avLst/>
              </a:prstGeom>
              <a:blipFill>
                <a:blip r:embed="rId5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4A9770C9-F806-A314-E0B9-BBDD9D1E0F41}"/>
                  </a:ext>
                </a:extLst>
              </p:cNvPr>
              <p:cNvSpPr/>
              <p:nvPr/>
            </p:nvSpPr>
            <p:spPr bwMode="gray">
              <a:xfrm>
                <a:off x="2285633" y="4230014"/>
                <a:ext cx="216000" cy="216000"/>
              </a:xfrm>
              <a:prstGeom prst="ellipse">
                <a:avLst/>
              </a:prstGeom>
              <a:solidFill>
                <a:schemeClr val="accent5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4A9770C9-F806-A314-E0B9-BBDD9D1E0F4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285633" y="4230014"/>
                <a:ext cx="216000" cy="216000"/>
              </a:xfrm>
              <a:prstGeom prst="ellipse">
                <a:avLst/>
              </a:prstGeom>
              <a:blipFill>
                <a:blip r:embed="rId6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55C877E8-9D10-3F47-E1EA-8F943F7CED97}"/>
                  </a:ext>
                </a:extLst>
              </p:cNvPr>
              <p:cNvSpPr/>
              <p:nvPr/>
            </p:nvSpPr>
            <p:spPr bwMode="gray">
              <a:xfrm>
                <a:off x="2285633" y="3797966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55C877E8-9D10-3F47-E1EA-8F943F7CED9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285633" y="3797966"/>
                <a:ext cx="216000" cy="216000"/>
              </a:xfrm>
              <a:prstGeom prst="ellipse">
                <a:avLst/>
              </a:prstGeom>
              <a:blipFill>
                <a:blip r:embed="rId7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A076D729-E793-2253-BE15-8D4B3D19CD85}"/>
                  </a:ext>
                </a:extLst>
              </p:cNvPr>
              <p:cNvSpPr/>
              <p:nvPr/>
            </p:nvSpPr>
            <p:spPr bwMode="gray">
              <a:xfrm>
                <a:off x="2947271" y="3797966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A076D729-E793-2253-BE15-8D4B3D19CD8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947271" y="3797966"/>
                <a:ext cx="216000" cy="216000"/>
              </a:xfrm>
              <a:prstGeom prst="ellipse">
                <a:avLst/>
              </a:prstGeom>
              <a:blipFill>
                <a:blip r:embed="rId8"/>
                <a:stretch>
                  <a:fillRect l="-10526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05C4F85-772D-5BDF-0434-63458201D933}"/>
              </a:ext>
            </a:extLst>
          </p:cNvPr>
          <p:cNvCxnSpPr>
            <a:cxnSpLocks/>
            <a:stCxn id="8" idx="5"/>
            <a:endCxn id="6" idx="1"/>
          </p:cNvCxnSpPr>
          <p:nvPr/>
        </p:nvCxnSpPr>
        <p:spPr bwMode="gray">
          <a:xfrm>
            <a:off x="2139182" y="3550286"/>
            <a:ext cx="178083" cy="27931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6704BAE-DDE4-4D85-E5D6-F63F3D5F1787}"/>
              </a:ext>
            </a:extLst>
          </p:cNvPr>
          <p:cNvCxnSpPr>
            <a:cxnSpLocks/>
            <a:stCxn id="7" idx="3"/>
            <a:endCxn id="6" idx="7"/>
          </p:cNvCxnSpPr>
          <p:nvPr/>
        </p:nvCxnSpPr>
        <p:spPr bwMode="gray">
          <a:xfrm flipH="1">
            <a:off x="2470001" y="3550286"/>
            <a:ext cx="178083" cy="27931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8DFF825-7E01-85FF-3A39-E4D71D2B3B76}"/>
              </a:ext>
            </a:extLst>
          </p:cNvPr>
          <p:cNvCxnSpPr>
            <a:cxnSpLocks/>
            <a:stCxn id="7" idx="5"/>
            <a:endCxn id="10" idx="1"/>
          </p:cNvCxnSpPr>
          <p:nvPr/>
        </p:nvCxnSpPr>
        <p:spPr bwMode="gray">
          <a:xfrm>
            <a:off x="2800820" y="3550286"/>
            <a:ext cx="178083" cy="27931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FF97AA9-6787-D2D2-F6C6-76C4A83C5248}"/>
              </a:ext>
            </a:extLst>
          </p:cNvPr>
          <p:cNvCxnSpPr>
            <a:cxnSpLocks/>
            <a:stCxn id="6" idx="4"/>
            <a:endCxn id="9" idx="0"/>
          </p:cNvCxnSpPr>
          <p:nvPr/>
        </p:nvCxnSpPr>
        <p:spPr bwMode="gray">
          <a:xfrm>
            <a:off x="2393633" y="4013966"/>
            <a:ext cx="0" cy="21604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F7602C90-9C81-0AC7-B781-BBFD912C2EC1}"/>
                  </a:ext>
                </a:extLst>
              </p:cNvPr>
              <p:cNvSpPr/>
              <p:nvPr/>
            </p:nvSpPr>
            <p:spPr bwMode="gray">
              <a:xfrm>
                <a:off x="5614002" y="3365918"/>
                <a:ext cx="216000" cy="216000"/>
              </a:xfrm>
              <a:prstGeom prst="ellipse">
                <a:avLst/>
              </a:prstGeom>
              <a:solidFill>
                <a:schemeClr val="accent5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F7602C90-9C81-0AC7-B781-BBFD912C2EC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614002" y="3365918"/>
                <a:ext cx="216000" cy="216000"/>
              </a:xfrm>
              <a:prstGeom prst="ellipse">
                <a:avLst/>
              </a:prstGeom>
              <a:blipFill>
                <a:blip r:embed="rId9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C3580860-1328-05ED-40E3-089F6A97A8E9}"/>
                  </a:ext>
                </a:extLst>
              </p:cNvPr>
              <p:cNvSpPr/>
              <p:nvPr/>
            </p:nvSpPr>
            <p:spPr bwMode="gray">
              <a:xfrm>
                <a:off x="4952364" y="3365918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C3580860-1328-05ED-40E3-089F6A97A8E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952364" y="3365918"/>
                <a:ext cx="216000" cy="216000"/>
              </a:xfrm>
              <a:prstGeom prst="ellipse">
                <a:avLst/>
              </a:prstGeom>
              <a:blipFill>
                <a:blip r:embed="rId10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0AB6D83B-6940-0ED5-CF2C-B33F1D8B7ECD}"/>
                  </a:ext>
                </a:extLst>
              </p:cNvPr>
              <p:cNvSpPr/>
              <p:nvPr/>
            </p:nvSpPr>
            <p:spPr bwMode="gray">
              <a:xfrm>
                <a:off x="5283183" y="4230014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0AB6D83B-6940-0ED5-CF2C-B33F1D8B7EC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283183" y="4230014"/>
                <a:ext cx="216000" cy="216000"/>
              </a:xfrm>
              <a:prstGeom prst="ellipse">
                <a:avLst/>
              </a:prstGeom>
              <a:blipFill>
                <a:blip r:embed="rId11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5631A274-9D06-B479-DD78-E28B72B32053}"/>
                  </a:ext>
                </a:extLst>
              </p:cNvPr>
              <p:cNvSpPr/>
              <p:nvPr/>
            </p:nvSpPr>
            <p:spPr bwMode="gray">
              <a:xfrm>
                <a:off x="5283183" y="3797966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5631A274-9D06-B479-DD78-E28B72B3205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283183" y="3797966"/>
                <a:ext cx="216000" cy="216000"/>
              </a:xfrm>
              <a:prstGeom prst="ellipse">
                <a:avLst/>
              </a:prstGeom>
              <a:blipFill>
                <a:blip r:embed="rId12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5306BFBB-3274-415F-52EA-80321365D5A0}"/>
                  </a:ext>
                </a:extLst>
              </p:cNvPr>
              <p:cNvSpPr/>
              <p:nvPr/>
            </p:nvSpPr>
            <p:spPr bwMode="gray">
              <a:xfrm>
                <a:off x="5944821" y="3797966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5306BFBB-3274-415F-52EA-80321365D5A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944821" y="3797966"/>
                <a:ext cx="216000" cy="216000"/>
              </a:xfrm>
              <a:prstGeom prst="ellipse">
                <a:avLst/>
              </a:prstGeom>
              <a:blipFill>
                <a:blip r:embed="rId13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69448E1A-199A-584C-2CFC-759F4ACC4F7A}"/>
              </a:ext>
            </a:extLst>
          </p:cNvPr>
          <p:cNvCxnSpPr>
            <a:cxnSpLocks/>
            <a:stCxn id="27" idx="5"/>
            <a:endCxn id="29" idx="1"/>
          </p:cNvCxnSpPr>
          <p:nvPr/>
        </p:nvCxnSpPr>
        <p:spPr bwMode="gray">
          <a:xfrm>
            <a:off x="5136732" y="3550286"/>
            <a:ext cx="178083" cy="27931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F923A2C9-8D86-5AC2-8684-7D112184F20C}"/>
              </a:ext>
            </a:extLst>
          </p:cNvPr>
          <p:cNvCxnSpPr>
            <a:cxnSpLocks/>
            <a:stCxn id="26" idx="3"/>
            <a:endCxn id="29" idx="7"/>
          </p:cNvCxnSpPr>
          <p:nvPr/>
        </p:nvCxnSpPr>
        <p:spPr bwMode="gray">
          <a:xfrm flipH="1">
            <a:off x="5467551" y="3550286"/>
            <a:ext cx="178083" cy="27931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A889DECC-12B4-ADD5-FFE4-CB53A0FCADB2}"/>
              </a:ext>
            </a:extLst>
          </p:cNvPr>
          <p:cNvCxnSpPr>
            <a:cxnSpLocks/>
            <a:stCxn id="26" idx="5"/>
            <a:endCxn id="30" idx="1"/>
          </p:cNvCxnSpPr>
          <p:nvPr/>
        </p:nvCxnSpPr>
        <p:spPr bwMode="gray">
          <a:xfrm>
            <a:off x="5798370" y="3550286"/>
            <a:ext cx="178083" cy="27931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6A3FC10A-E3FD-7125-6AF0-277692062EC6}"/>
              </a:ext>
            </a:extLst>
          </p:cNvPr>
          <p:cNvCxnSpPr>
            <a:cxnSpLocks/>
            <a:stCxn id="29" idx="4"/>
            <a:endCxn id="28" idx="0"/>
          </p:cNvCxnSpPr>
          <p:nvPr/>
        </p:nvCxnSpPr>
        <p:spPr bwMode="gray">
          <a:xfrm>
            <a:off x="5391183" y="4013966"/>
            <a:ext cx="0" cy="21604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BC21AC7-74C7-DA5D-6393-536563AD3465}"/>
              </a:ext>
            </a:extLst>
          </p:cNvPr>
          <p:cNvCxnSpPr>
            <a:endCxn id="8" idx="7"/>
          </p:cNvCxnSpPr>
          <p:nvPr/>
        </p:nvCxnSpPr>
        <p:spPr bwMode="gray">
          <a:xfrm flipH="1">
            <a:off x="2139182" y="3293910"/>
            <a:ext cx="146451" cy="10364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841221DD-CF6C-A003-C7A7-A90A4323672F}"/>
              </a:ext>
            </a:extLst>
          </p:cNvPr>
          <p:cNvCxnSpPr>
            <a:cxnSpLocks/>
            <a:endCxn id="10" idx="7"/>
          </p:cNvCxnSpPr>
          <p:nvPr/>
        </p:nvCxnSpPr>
        <p:spPr bwMode="gray">
          <a:xfrm flipH="1">
            <a:off x="3131639" y="3725958"/>
            <a:ext cx="146451" cy="10364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46F6D774-4065-6640-BBA1-6BBF8AEC2C57}"/>
              </a:ext>
            </a:extLst>
          </p:cNvPr>
          <p:cNvCxnSpPr>
            <a:cxnSpLocks/>
            <a:endCxn id="27" idx="7"/>
          </p:cNvCxnSpPr>
          <p:nvPr/>
        </p:nvCxnSpPr>
        <p:spPr bwMode="gray">
          <a:xfrm flipH="1">
            <a:off x="5136732" y="3291830"/>
            <a:ext cx="134887" cy="10572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C34C7088-2103-A177-3B41-4C11C144F26D}"/>
              </a:ext>
            </a:extLst>
          </p:cNvPr>
          <p:cNvCxnSpPr>
            <a:cxnSpLocks/>
            <a:endCxn id="30" idx="7"/>
          </p:cNvCxnSpPr>
          <p:nvPr/>
        </p:nvCxnSpPr>
        <p:spPr bwMode="gray">
          <a:xfrm flipH="1">
            <a:off x="6129189" y="3725958"/>
            <a:ext cx="128602" cy="10364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64287046-D697-F217-56CB-38A3B6EF9935}"/>
                  </a:ext>
                </a:extLst>
              </p:cNvPr>
              <p:cNvSpPr txBox="1"/>
              <p:nvPr/>
            </p:nvSpPr>
            <p:spPr bwMode="gray">
              <a:xfrm>
                <a:off x="1345346" y="4590054"/>
                <a:ext cx="2524508" cy="21602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10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x-none" sz="1000" dirty="0">
                    <a:solidFill>
                      <a:srgbClr val="C00000"/>
                    </a:solidFill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1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x-none" sz="1000" dirty="0">
                    <a:solidFill>
                      <a:srgbClr val="C00000"/>
                    </a:solidFill>
                  </a:rPr>
                  <a:t> are not independent</a:t>
                </a:r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64287046-D697-F217-56CB-38A3B6EF99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345346" y="4590054"/>
                <a:ext cx="2524508" cy="216024"/>
              </a:xfrm>
              <a:prstGeom prst="rect">
                <a:avLst/>
              </a:prstGeom>
              <a:blipFill>
                <a:blip r:embed="rId14"/>
                <a:stretch>
                  <a:fillRect t="-5556" b="-2222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2B42E1BB-2EE5-1D35-2880-86351997B096}"/>
                  </a:ext>
                </a:extLst>
              </p:cNvPr>
              <p:cNvSpPr txBox="1"/>
              <p:nvPr/>
            </p:nvSpPr>
            <p:spPr bwMode="gray">
              <a:xfrm>
                <a:off x="4351748" y="4554050"/>
                <a:ext cx="2524508" cy="21602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10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x-none" sz="1000" dirty="0">
                    <a:solidFill>
                      <a:srgbClr val="C00000"/>
                    </a:solidFill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1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x-none" sz="1000" dirty="0">
                    <a:solidFill>
                      <a:srgbClr val="C00000"/>
                    </a:solidFill>
                  </a:rPr>
                  <a:t> are independent</a:t>
                </a:r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2B42E1BB-2EE5-1D35-2880-86351997B0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351748" y="4554050"/>
                <a:ext cx="2524508" cy="216024"/>
              </a:xfrm>
              <a:prstGeom prst="rect">
                <a:avLst/>
              </a:prstGeom>
              <a:blipFill>
                <a:blip r:embed="rId15"/>
                <a:stretch>
                  <a:fillRect b="-2222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E6558D5C-C77A-ABC4-02EF-4903C57020ED}"/>
                  </a:ext>
                </a:extLst>
              </p:cNvPr>
              <p:cNvSpPr/>
              <p:nvPr/>
            </p:nvSpPr>
            <p:spPr bwMode="gray">
              <a:xfrm>
                <a:off x="2609633" y="4230014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E6558D5C-C77A-ABC4-02EF-4903C57020E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609633" y="4230014"/>
                <a:ext cx="216000" cy="216000"/>
              </a:xfrm>
              <a:prstGeom prst="ellipse">
                <a:avLst/>
              </a:prstGeom>
              <a:blipFill>
                <a:blip r:embed="rId16"/>
                <a:stretch>
                  <a:fillRect l="-5000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8FDB7AF-9A4C-9171-16BC-53F567DA5BEA}"/>
              </a:ext>
            </a:extLst>
          </p:cNvPr>
          <p:cNvCxnSpPr>
            <a:cxnSpLocks/>
            <a:stCxn id="6" idx="5"/>
            <a:endCxn id="11" idx="1"/>
          </p:cNvCxnSpPr>
          <p:nvPr/>
        </p:nvCxnSpPr>
        <p:spPr bwMode="gray">
          <a:xfrm>
            <a:off x="2470001" y="3982334"/>
            <a:ext cx="171264" cy="27931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CE6E235-59B3-7C15-51E9-5DB562A706F5}"/>
              </a:ext>
            </a:extLst>
          </p:cNvPr>
          <p:cNvCxnSpPr>
            <a:cxnSpLocks/>
            <a:stCxn id="10" idx="3"/>
            <a:endCxn id="11" idx="7"/>
          </p:cNvCxnSpPr>
          <p:nvPr/>
        </p:nvCxnSpPr>
        <p:spPr bwMode="gray">
          <a:xfrm flipH="1">
            <a:off x="2794001" y="3982334"/>
            <a:ext cx="184902" cy="27931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4561568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8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8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8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8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8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9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9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9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9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0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10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0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10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0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11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1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11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6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1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11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20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12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2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23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124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2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12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8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29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130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3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13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6" fill="hold">
                      <p:stCondLst>
                        <p:cond delay="indefinite"/>
                      </p:stCondLst>
                      <p:childTnLst>
                        <p:par>
                          <p:cTn id="137" fill="hold">
                            <p:stCondLst>
                              <p:cond delay="0"/>
                            </p:stCondLst>
                            <p:childTnLst>
                              <p:par>
                                <p:cTn id="138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3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14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4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14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4" fill="hold">
                      <p:stCondLst>
                        <p:cond delay="indefinite"/>
                      </p:stCondLst>
                      <p:childTnLst>
                        <p:par>
                          <p:cTn id="145" fill="hold">
                            <p:stCondLst>
                              <p:cond delay="0"/>
                            </p:stCondLst>
                            <p:childTnLst>
                              <p:par>
                                <p:cTn id="146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4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14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50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15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2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5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15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5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15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0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1" fill="hold">
                      <p:stCondLst>
                        <p:cond delay="indefinite"/>
                      </p:stCondLst>
                      <p:childTnLst>
                        <p:par>
                          <p:cTn id="162" fill="hold">
                            <p:stCondLst>
                              <p:cond delay="0"/>
                            </p:stCondLst>
                            <p:childTnLst>
                              <p:par>
                                <p:cTn id="16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6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0" fill="hold">
                      <p:stCondLst>
                        <p:cond delay="indefinite"/>
                      </p:stCondLst>
                      <p:childTnLst>
                        <p:par>
                          <p:cTn id="191" fill="hold">
                            <p:stCondLst>
                              <p:cond delay="0"/>
                            </p:stCondLst>
                            <p:childTnLst>
                              <p:par>
                                <p:cTn id="19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94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5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9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8" fill="hold">
                      <p:stCondLst>
                        <p:cond delay="indefinite"/>
                      </p:stCondLst>
                      <p:childTnLst>
                        <p:par>
                          <p:cTn id="199" fill="hold">
                            <p:stCondLst>
                              <p:cond delay="0"/>
                            </p:stCondLst>
                            <p:childTnLst>
                              <p:par>
                                <p:cTn id="200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01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202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3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04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205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6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07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208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9" fill="hold">
                      <p:stCondLst>
                        <p:cond delay="indefinite"/>
                      </p:stCondLst>
                      <p:childTnLst>
                        <p:par>
                          <p:cTn id="210" fill="hold">
                            <p:stCondLst>
                              <p:cond delay="0"/>
                            </p:stCondLst>
                            <p:childTnLst>
                              <p:par>
                                <p:cTn id="211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12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213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4" fill="hold">
                      <p:stCondLst>
                        <p:cond delay="indefinite"/>
                      </p:stCondLst>
                      <p:childTnLst>
                        <p:par>
                          <p:cTn id="215" fill="hold">
                            <p:stCondLst>
                              <p:cond delay="0"/>
                            </p:stCondLst>
                            <p:childTnLst>
                              <p:par>
                                <p:cTn id="216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17" dur="2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218" dur="2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9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20" dur="2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221" dur="2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2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23" dur="2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224" dur="2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5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26" dur="2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  <p:set>
                                      <p:cBhvr>
                                        <p:cTn id="227" dur="2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0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7" grpId="0" animBg="1"/>
      <p:bldP spid="8" grpId="0" animBg="1"/>
      <p:bldP spid="9" grpId="0" animBg="1"/>
      <p:bldP spid="6" grpId="0" animBg="1"/>
      <p:bldP spid="10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45" grpId="0"/>
      <p:bldP spid="46" grpId="0"/>
      <p:bldP spid="1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455536F-C2E6-CA7D-6D41-71E9A80A367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58776" y="1239837"/>
            <a:ext cx="6877051" cy="3564161"/>
          </a:xfrm>
        </p:spPr>
        <p:txBody>
          <a:bodyPr/>
          <a:lstStyle/>
          <a:p>
            <a:r>
              <a:rPr lang="en-US" b="1" dirty="0"/>
              <a:t>Skill Example (</a:t>
            </a:r>
            <a:r>
              <a:rPr lang="en-US" b="1" dirty="0" err="1"/>
              <a:t>ctd</a:t>
            </a:r>
            <a:r>
              <a:rPr lang="en-US" b="1" dirty="0"/>
              <a:t>)</a:t>
            </a:r>
            <a:r>
              <a:rPr lang="en-US" dirty="0"/>
              <a:t>: Consider the skills of two players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lvl="1"/>
            <a:r>
              <a:rPr lang="en-US" sz="1200" dirty="0"/>
              <a:t>Intuitive because </a:t>
            </a:r>
          </a:p>
          <a:p>
            <a:pPr lvl="2"/>
            <a:r>
              <a:rPr lang="en-US" sz="1200" dirty="0"/>
              <a:t>Before the match there is no information that “links” the skill of two players</a:t>
            </a:r>
          </a:p>
          <a:p>
            <a:pPr lvl="2"/>
            <a:r>
              <a:rPr lang="en-US" sz="1200" dirty="0"/>
              <a:t>After the match, if the skill of the winning player goes down (e.g., due to a loss in </a:t>
            </a:r>
            <a:r>
              <a:rPr lang="en-US" sz="1200"/>
              <a:t>a subsequent match) </a:t>
            </a:r>
            <a:r>
              <a:rPr lang="en-US" sz="1200" dirty="0"/>
              <a:t>then the skill of the opponent also needs to go down (or otherwise the observed match outcome would not have been possible)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DBA71FA-AD23-95A1-9C21-AA1250DFC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Conditional Independence: Skill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A974435D-05DF-6171-5F26-CCCC7E79B514}"/>
                  </a:ext>
                </a:extLst>
              </p:cNvPr>
              <p:cNvSpPr txBox="1"/>
              <p:nvPr/>
            </p:nvSpPr>
            <p:spPr bwMode="gray">
              <a:xfrm>
                <a:off x="665819" y="3122730"/>
                <a:ext cx="2524508" cy="21602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0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x-none" sz="1000" dirty="0">
                    <a:solidFill>
                      <a:srgbClr val="C00000"/>
                    </a:solidFill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x-none" sz="1000" dirty="0">
                    <a:solidFill>
                      <a:srgbClr val="C00000"/>
                    </a:solidFill>
                  </a:rPr>
                  <a:t> are independent</a:t>
                </a: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A974435D-05DF-6171-5F26-CCCC7E79B5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65819" y="3122730"/>
                <a:ext cx="2524508" cy="216024"/>
              </a:xfrm>
              <a:prstGeom prst="rect">
                <a:avLst/>
              </a:prstGeom>
              <a:blipFill>
                <a:blip r:embed="rId2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51A98638-D243-943C-A5A5-704EFB726867}"/>
                  </a:ext>
                </a:extLst>
              </p:cNvPr>
              <p:cNvSpPr txBox="1"/>
              <p:nvPr/>
            </p:nvSpPr>
            <p:spPr bwMode="gray">
              <a:xfrm>
                <a:off x="4024235" y="3118390"/>
                <a:ext cx="2751801" cy="21602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000" i="1" dirty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m:rPr>
                          <m:nor/>
                        </m:rPr>
                        <a:rPr lang="x-none" sz="1000" dirty="0">
                          <a:solidFill>
                            <a:srgbClr val="C00000"/>
                          </a:solidFill>
                        </a:rPr>
                        <m:t> </m:t>
                      </m:r>
                      <m:r>
                        <m:rPr>
                          <m:nor/>
                        </m:rPr>
                        <a:rPr lang="x-none" sz="1000" dirty="0">
                          <a:solidFill>
                            <a:srgbClr val="C00000"/>
                          </a:solidFill>
                        </a:rPr>
                        <m:t>and</m:t>
                      </m:r>
                      <m:r>
                        <m:rPr>
                          <m:nor/>
                        </m:rPr>
                        <a:rPr lang="x-none" sz="1000" dirty="0">
                          <a:solidFill>
                            <a:srgbClr val="C00000"/>
                          </a:solidFill>
                        </a:rPr>
                        <m:t> </m:t>
                      </m:r>
                      <m:sSub>
                        <m:sSubPr>
                          <m:ctrlPr>
                            <a:rPr lang="en-US" sz="10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0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nor/>
                        </m:rPr>
                        <a:rPr lang="x-none" sz="1000" dirty="0">
                          <a:solidFill>
                            <a:srgbClr val="C00000"/>
                          </a:solidFill>
                        </a:rPr>
                        <m:t> </m:t>
                      </m:r>
                      <m:r>
                        <m:rPr>
                          <m:nor/>
                        </m:rPr>
                        <a:rPr lang="x-none" sz="1000" dirty="0">
                          <a:solidFill>
                            <a:srgbClr val="C00000"/>
                          </a:solidFill>
                        </a:rPr>
                        <m:t>are</m:t>
                      </m:r>
                      <m:r>
                        <m:rPr>
                          <m:nor/>
                        </m:rPr>
                        <a:rPr lang="x-none" sz="1000" dirty="0">
                          <a:solidFill>
                            <a:srgbClr val="C00000"/>
                          </a:solidFill>
                        </a:rPr>
                        <m:t> </m:t>
                      </m:r>
                      <m:r>
                        <m:rPr>
                          <m:nor/>
                        </m:rPr>
                        <a:rPr lang="en-US" sz="1000" b="1" i="0" dirty="0" smtClean="0">
                          <a:solidFill>
                            <a:srgbClr val="C00000"/>
                          </a:solidFill>
                        </a:rPr>
                        <m:t>not</m:t>
                      </m:r>
                      <m:r>
                        <m:rPr>
                          <m:nor/>
                        </m:rPr>
                        <a:rPr lang="en-US" sz="1000" b="0" i="0" dirty="0" smtClean="0">
                          <a:solidFill>
                            <a:srgbClr val="C00000"/>
                          </a:solidFill>
                        </a:rPr>
                        <m:t> </m:t>
                      </m:r>
                      <m:r>
                        <m:rPr>
                          <m:nor/>
                        </m:rPr>
                        <a:rPr lang="x-none" sz="1000" dirty="0">
                          <a:solidFill>
                            <a:srgbClr val="C00000"/>
                          </a:solidFill>
                        </a:rPr>
                        <m:t>independent</m:t>
                      </m:r>
                    </m:oMath>
                  </m:oMathPara>
                </a14:m>
                <a:endParaRPr lang="x-none" sz="1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51A98638-D243-943C-A5A5-704EFB7268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024235" y="3118390"/>
                <a:ext cx="2751801" cy="216024"/>
              </a:xfrm>
              <a:prstGeom prst="rect">
                <a:avLst/>
              </a:prstGeom>
              <a:blipFill>
                <a:blip r:embed="rId3"/>
                <a:stretch>
                  <a:fillRect t="-22222" b="-555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30" name="Oval 1029">
                <a:extLst>
                  <a:ext uri="{FF2B5EF4-FFF2-40B4-BE49-F238E27FC236}">
                    <a16:creationId xmlns:a16="http://schemas.microsoft.com/office/drawing/2014/main" id="{FA8234D9-04D5-67DC-CD32-BED8C7A23138}"/>
                  </a:ext>
                </a:extLst>
              </p:cNvPr>
              <p:cNvSpPr/>
              <p:nvPr/>
            </p:nvSpPr>
            <p:spPr bwMode="gray">
              <a:xfrm>
                <a:off x="1531572" y="2114610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30" name="Oval 1029">
                <a:extLst>
                  <a:ext uri="{FF2B5EF4-FFF2-40B4-BE49-F238E27FC236}">
                    <a16:creationId xmlns:a16="http://schemas.microsoft.com/office/drawing/2014/main" id="{FA8234D9-04D5-67DC-CD32-BED8C7A2313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531572" y="2114610"/>
                <a:ext cx="216000" cy="216000"/>
              </a:xfrm>
              <a:prstGeom prst="ellipse">
                <a:avLst/>
              </a:prstGeom>
              <a:blipFill>
                <a:blip r:embed="rId4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31" name="Oval 1030">
                <a:extLst>
                  <a:ext uri="{FF2B5EF4-FFF2-40B4-BE49-F238E27FC236}">
                    <a16:creationId xmlns:a16="http://schemas.microsoft.com/office/drawing/2014/main" id="{664440AD-924D-5500-8C8B-9E179B9771A6}"/>
                  </a:ext>
                </a:extLst>
              </p:cNvPr>
              <p:cNvSpPr/>
              <p:nvPr/>
            </p:nvSpPr>
            <p:spPr bwMode="gray">
              <a:xfrm>
                <a:off x="2108073" y="2114610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31" name="Oval 1030">
                <a:extLst>
                  <a:ext uri="{FF2B5EF4-FFF2-40B4-BE49-F238E27FC236}">
                    <a16:creationId xmlns:a16="http://schemas.microsoft.com/office/drawing/2014/main" id="{664440AD-924D-5500-8C8B-9E179B9771A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108073" y="2114610"/>
                <a:ext cx="216000" cy="216000"/>
              </a:xfrm>
              <a:prstGeom prst="ellipse">
                <a:avLst/>
              </a:prstGeom>
              <a:blipFill>
                <a:blip r:embed="rId5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32" name="Oval 1031">
                <a:extLst>
                  <a:ext uri="{FF2B5EF4-FFF2-40B4-BE49-F238E27FC236}">
                    <a16:creationId xmlns:a16="http://schemas.microsoft.com/office/drawing/2014/main" id="{62909F31-C68D-315A-E5A3-AD271B83A85D}"/>
                  </a:ext>
                </a:extLst>
              </p:cNvPr>
              <p:cNvSpPr/>
              <p:nvPr/>
            </p:nvSpPr>
            <p:spPr bwMode="gray">
              <a:xfrm>
                <a:off x="1531572" y="2474658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32" name="Oval 1031">
                <a:extLst>
                  <a:ext uri="{FF2B5EF4-FFF2-40B4-BE49-F238E27FC236}">
                    <a16:creationId xmlns:a16="http://schemas.microsoft.com/office/drawing/2014/main" id="{62909F31-C68D-315A-E5A3-AD271B83A85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531572" y="2474658"/>
                <a:ext cx="216000" cy="216000"/>
              </a:xfrm>
              <a:prstGeom prst="ellipse">
                <a:avLst/>
              </a:prstGeom>
              <a:blipFill>
                <a:blip r:embed="rId6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33" name="Oval 1032">
                <a:extLst>
                  <a:ext uri="{FF2B5EF4-FFF2-40B4-BE49-F238E27FC236}">
                    <a16:creationId xmlns:a16="http://schemas.microsoft.com/office/drawing/2014/main" id="{1C139E3E-9E22-0D20-593E-426F39D4AE32}"/>
                  </a:ext>
                </a:extLst>
              </p:cNvPr>
              <p:cNvSpPr/>
              <p:nvPr/>
            </p:nvSpPr>
            <p:spPr bwMode="gray">
              <a:xfrm>
                <a:off x="2108073" y="2474658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33" name="Oval 1032">
                <a:extLst>
                  <a:ext uri="{FF2B5EF4-FFF2-40B4-BE49-F238E27FC236}">
                    <a16:creationId xmlns:a16="http://schemas.microsoft.com/office/drawing/2014/main" id="{1C139E3E-9E22-0D20-593E-426F39D4AE3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108073" y="2474658"/>
                <a:ext cx="216000" cy="216000"/>
              </a:xfrm>
              <a:prstGeom prst="ellipse">
                <a:avLst/>
              </a:prstGeom>
              <a:blipFill>
                <a:blip r:embed="rId7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34" name="Oval 1033">
                <a:extLst>
                  <a:ext uri="{FF2B5EF4-FFF2-40B4-BE49-F238E27FC236}">
                    <a16:creationId xmlns:a16="http://schemas.microsoft.com/office/drawing/2014/main" id="{CCC3D2F8-4FDC-4958-3B25-5C01EC241767}"/>
                  </a:ext>
                </a:extLst>
              </p:cNvPr>
              <p:cNvSpPr/>
              <p:nvPr/>
            </p:nvSpPr>
            <p:spPr bwMode="gray">
              <a:xfrm>
                <a:off x="1820073" y="2834714"/>
                <a:ext cx="216000" cy="216000"/>
              </a:xfrm>
              <a:prstGeom prst="ellipse">
                <a:avLst/>
              </a:prstGeom>
              <a:noFill/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34" name="Oval 1033">
                <a:extLst>
                  <a:ext uri="{FF2B5EF4-FFF2-40B4-BE49-F238E27FC236}">
                    <a16:creationId xmlns:a16="http://schemas.microsoft.com/office/drawing/2014/main" id="{CCC3D2F8-4FDC-4958-3B25-5C01EC24176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820073" y="2834714"/>
                <a:ext cx="216000" cy="216000"/>
              </a:xfrm>
              <a:prstGeom prst="ellipse">
                <a:avLst/>
              </a:prstGeom>
              <a:blipFill>
                <a:blip r:embed="rId8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35" name="Straight Arrow Connector 1034">
            <a:extLst>
              <a:ext uri="{FF2B5EF4-FFF2-40B4-BE49-F238E27FC236}">
                <a16:creationId xmlns:a16="http://schemas.microsoft.com/office/drawing/2014/main" id="{6AF4CFF1-A2E0-A604-5FEE-74A904CB4611}"/>
              </a:ext>
            </a:extLst>
          </p:cNvPr>
          <p:cNvCxnSpPr>
            <a:stCxn id="1030" idx="4"/>
            <a:endCxn id="1032" idx="0"/>
          </p:cNvCxnSpPr>
          <p:nvPr/>
        </p:nvCxnSpPr>
        <p:spPr bwMode="gray">
          <a:xfrm>
            <a:off x="1639572" y="2330610"/>
            <a:ext cx="0" cy="14404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6" name="Straight Arrow Connector 1035">
            <a:extLst>
              <a:ext uri="{FF2B5EF4-FFF2-40B4-BE49-F238E27FC236}">
                <a16:creationId xmlns:a16="http://schemas.microsoft.com/office/drawing/2014/main" id="{715F4054-86ED-EAE9-021E-88C2FFD7A64F}"/>
              </a:ext>
            </a:extLst>
          </p:cNvPr>
          <p:cNvCxnSpPr>
            <a:cxnSpLocks/>
            <a:stCxn id="1031" idx="4"/>
            <a:endCxn id="1033" idx="0"/>
          </p:cNvCxnSpPr>
          <p:nvPr/>
        </p:nvCxnSpPr>
        <p:spPr bwMode="gray">
          <a:xfrm>
            <a:off x="2216073" y="2330610"/>
            <a:ext cx="0" cy="14404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7" name="Straight Arrow Connector 1036">
            <a:extLst>
              <a:ext uri="{FF2B5EF4-FFF2-40B4-BE49-F238E27FC236}">
                <a16:creationId xmlns:a16="http://schemas.microsoft.com/office/drawing/2014/main" id="{4FF51778-A571-8032-46A4-082368C4D440}"/>
              </a:ext>
            </a:extLst>
          </p:cNvPr>
          <p:cNvCxnSpPr>
            <a:cxnSpLocks/>
            <a:stCxn id="1033" idx="4"/>
            <a:endCxn id="1034" idx="7"/>
          </p:cNvCxnSpPr>
          <p:nvPr/>
        </p:nvCxnSpPr>
        <p:spPr bwMode="gray">
          <a:xfrm flipH="1">
            <a:off x="2004441" y="2690658"/>
            <a:ext cx="211632" cy="17568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8" name="Straight Arrow Connector 1037">
            <a:extLst>
              <a:ext uri="{FF2B5EF4-FFF2-40B4-BE49-F238E27FC236}">
                <a16:creationId xmlns:a16="http://schemas.microsoft.com/office/drawing/2014/main" id="{BAC1F905-B9D2-F3D5-6938-AE07C60BB123}"/>
              </a:ext>
            </a:extLst>
          </p:cNvPr>
          <p:cNvCxnSpPr>
            <a:cxnSpLocks/>
            <a:stCxn id="1032" idx="4"/>
            <a:endCxn id="1034" idx="1"/>
          </p:cNvCxnSpPr>
          <p:nvPr/>
        </p:nvCxnSpPr>
        <p:spPr bwMode="gray">
          <a:xfrm>
            <a:off x="1639572" y="2690658"/>
            <a:ext cx="212133" cy="17568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39" name="Oval 1038">
                <a:extLst>
                  <a:ext uri="{FF2B5EF4-FFF2-40B4-BE49-F238E27FC236}">
                    <a16:creationId xmlns:a16="http://schemas.microsoft.com/office/drawing/2014/main" id="{8CC72C2B-AC49-9AEC-C648-380FFD96EC39}"/>
                  </a:ext>
                </a:extLst>
              </p:cNvPr>
              <p:cNvSpPr/>
              <p:nvPr/>
            </p:nvSpPr>
            <p:spPr bwMode="gray">
              <a:xfrm>
                <a:off x="5003635" y="2114618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39" name="Oval 1038">
                <a:extLst>
                  <a:ext uri="{FF2B5EF4-FFF2-40B4-BE49-F238E27FC236}">
                    <a16:creationId xmlns:a16="http://schemas.microsoft.com/office/drawing/2014/main" id="{8CC72C2B-AC49-9AEC-C648-380FFD96EC3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003635" y="2114618"/>
                <a:ext cx="216000" cy="216000"/>
              </a:xfrm>
              <a:prstGeom prst="ellipse">
                <a:avLst/>
              </a:prstGeom>
              <a:blipFill>
                <a:blip r:embed="rId9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40" name="Oval 1039">
                <a:extLst>
                  <a:ext uri="{FF2B5EF4-FFF2-40B4-BE49-F238E27FC236}">
                    <a16:creationId xmlns:a16="http://schemas.microsoft.com/office/drawing/2014/main" id="{F04E2F2E-560B-0642-C368-1A610F911FCB}"/>
                  </a:ext>
                </a:extLst>
              </p:cNvPr>
              <p:cNvSpPr/>
              <p:nvPr/>
            </p:nvSpPr>
            <p:spPr bwMode="gray">
              <a:xfrm>
                <a:off x="5580136" y="2114618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40" name="Oval 1039">
                <a:extLst>
                  <a:ext uri="{FF2B5EF4-FFF2-40B4-BE49-F238E27FC236}">
                    <a16:creationId xmlns:a16="http://schemas.microsoft.com/office/drawing/2014/main" id="{F04E2F2E-560B-0642-C368-1A610F911FC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580136" y="2114618"/>
                <a:ext cx="216000" cy="216000"/>
              </a:xfrm>
              <a:prstGeom prst="ellipse">
                <a:avLst/>
              </a:prstGeom>
              <a:blipFill>
                <a:blip r:embed="rId10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41" name="Oval 1040">
                <a:extLst>
                  <a:ext uri="{FF2B5EF4-FFF2-40B4-BE49-F238E27FC236}">
                    <a16:creationId xmlns:a16="http://schemas.microsoft.com/office/drawing/2014/main" id="{AE585AA5-1F2F-B67D-3836-7C826EAFECA1}"/>
                  </a:ext>
                </a:extLst>
              </p:cNvPr>
              <p:cNvSpPr/>
              <p:nvPr/>
            </p:nvSpPr>
            <p:spPr bwMode="gray">
              <a:xfrm>
                <a:off x="5003635" y="2474666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41" name="Oval 1040">
                <a:extLst>
                  <a:ext uri="{FF2B5EF4-FFF2-40B4-BE49-F238E27FC236}">
                    <a16:creationId xmlns:a16="http://schemas.microsoft.com/office/drawing/2014/main" id="{AE585AA5-1F2F-B67D-3836-7C826EAFECA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003635" y="2474666"/>
                <a:ext cx="216000" cy="216000"/>
              </a:xfrm>
              <a:prstGeom prst="ellipse">
                <a:avLst/>
              </a:prstGeom>
              <a:blipFill>
                <a:blip r:embed="rId11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42" name="Oval 1041">
                <a:extLst>
                  <a:ext uri="{FF2B5EF4-FFF2-40B4-BE49-F238E27FC236}">
                    <a16:creationId xmlns:a16="http://schemas.microsoft.com/office/drawing/2014/main" id="{654B74F3-4D6E-6375-9FEC-D25764C09097}"/>
                  </a:ext>
                </a:extLst>
              </p:cNvPr>
              <p:cNvSpPr/>
              <p:nvPr/>
            </p:nvSpPr>
            <p:spPr bwMode="gray">
              <a:xfrm>
                <a:off x="5580136" y="2474666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42" name="Oval 1041">
                <a:extLst>
                  <a:ext uri="{FF2B5EF4-FFF2-40B4-BE49-F238E27FC236}">
                    <a16:creationId xmlns:a16="http://schemas.microsoft.com/office/drawing/2014/main" id="{654B74F3-4D6E-6375-9FEC-D25764C0909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580136" y="2474666"/>
                <a:ext cx="216000" cy="216000"/>
              </a:xfrm>
              <a:prstGeom prst="ellipse">
                <a:avLst/>
              </a:prstGeom>
              <a:blipFill>
                <a:blip r:embed="rId12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43" name="Oval 1042">
                <a:extLst>
                  <a:ext uri="{FF2B5EF4-FFF2-40B4-BE49-F238E27FC236}">
                    <a16:creationId xmlns:a16="http://schemas.microsoft.com/office/drawing/2014/main" id="{7204CD99-B7BE-7FD5-9A78-F4B2800A8142}"/>
                  </a:ext>
                </a:extLst>
              </p:cNvPr>
              <p:cNvSpPr/>
              <p:nvPr/>
            </p:nvSpPr>
            <p:spPr bwMode="gray">
              <a:xfrm>
                <a:off x="5292136" y="2834722"/>
                <a:ext cx="216000" cy="216000"/>
              </a:xfrm>
              <a:prstGeom prst="ellipse">
                <a:avLst/>
              </a:prstGeom>
              <a:solidFill>
                <a:schemeClr val="accent5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43" name="Oval 1042">
                <a:extLst>
                  <a:ext uri="{FF2B5EF4-FFF2-40B4-BE49-F238E27FC236}">
                    <a16:creationId xmlns:a16="http://schemas.microsoft.com/office/drawing/2014/main" id="{7204CD99-B7BE-7FD5-9A78-F4B2800A814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292136" y="2834722"/>
                <a:ext cx="216000" cy="216000"/>
              </a:xfrm>
              <a:prstGeom prst="ellipse">
                <a:avLst/>
              </a:prstGeom>
              <a:blipFill>
                <a:blip r:embed="rId13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44" name="Straight Arrow Connector 1043">
            <a:extLst>
              <a:ext uri="{FF2B5EF4-FFF2-40B4-BE49-F238E27FC236}">
                <a16:creationId xmlns:a16="http://schemas.microsoft.com/office/drawing/2014/main" id="{EA19EA13-65A2-4094-7AB5-6BA290C09576}"/>
              </a:ext>
            </a:extLst>
          </p:cNvPr>
          <p:cNvCxnSpPr>
            <a:stCxn id="1039" idx="4"/>
            <a:endCxn id="1041" idx="0"/>
          </p:cNvCxnSpPr>
          <p:nvPr/>
        </p:nvCxnSpPr>
        <p:spPr bwMode="gray">
          <a:xfrm>
            <a:off x="5111635" y="2330618"/>
            <a:ext cx="0" cy="14404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5" name="Straight Arrow Connector 1044">
            <a:extLst>
              <a:ext uri="{FF2B5EF4-FFF2-40B4-BE49-F238E27FC236}">
                <a16:creationId xmlns:a16="http://schemas.microsoft.com/office/drawing/2014/main" id="{1355A7DF-3AFC-DA1A-C88C-ECBB4BEF99C2}"/>
              </a:ext>
            </a:extLst>
          </p:cNvPr>
          <p:cNvCxnSpPr>
            <a:cxnSpLocks/>
            <a:stCxn id="1040" idx="4"/>
            <a:endCxn id="1042" idx="0"/>
          </p:cNvCxnSpPr>
          <p:nvPr/>
        </p:nvCxnSpPr>
        <p:spPr bwMode="gray">
          <a:xfrm>
            <a:off x="5688136" y="2330618"/>
            <a:ext cx="0" cy="14404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6" name="Straight Arrow Connector 1045">
            <a:extLst>
              <a:ext uri="{FF2B5EF4-FFF2-40B4-BE49-F238E27FC236}">
                <a16:creationId xmlns:a16="http://schemas.microsoft.com/office/drawing/2014/main" id="{23EAD48C-646F-08BF-13E9-E7842CA7881C}"/>
              </a:ext>
            </a:extLst>
          </p:cNvPr>
          <p:cNvCxnSpPr>
            <a:cxnSpLocks/>
            <a:stCxn id="1042" idx="4"/>
            <a:endCxn id="1043" idx="7"/>
          </p:cNvCxnSpPr>
          <p:nvPr/>
        </p:nvCxnSpPr>
        <p:spPr bwMode="gray">
          <a:xfrm flipH="1">
            <a:off x="5476504" y="2690666"/>
            <a:ext cx="211632" cy="17568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7" name="Straight Arrow Connector 1046">
            <a:extLst>
              <a:ext uri="{FF2B5EF4-FFF2-40B4-BE49-F238E27FC236}">
                <a16:creationId xmlns:a16="http://schemas.microsoft.com/office/drawing/2014/main" id="{7CE4E5E8-933A-1C3F-CCE3-C22B8D80AF8D}"/>
              </a:ext>
            </a:extLst>
          </p:cNvPr>
          <p:cNvCxnSpPr>
            <a:cxnSpLocks/>
            <a:stCxn id="1041" idx="4"/>
            <a:endCxn id="1043" idx="1"/>
          </p:cNvCxnSpPr>
          <p:nvPr/>
        </p:nvCxnSpPr>
        <p:spPr bwMode="gray">
          <a:xfrm>
            <a:off x="5111635" y="2690666"/>
            <a:ext cx="212133" cy="17568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39BA0EAF-0E7B-427E-1F6E-2CFC54D0A0E1}"/>
              </a:ext>
            </a:extLst>
          </p:cNvPr>
          <p:cNvCxnSpPr/>
          <p:nvPr/>
        </p:nvCxnSpPr>
        <p:spPr bwMode="gray">
          <a:xfrm flipH="1">
            <a:off x="1686127" y="2008922"/>
            <a:ext cx="146451" cy="10364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B2C46FA-759D-1A24-CF04-82FF44BA90C8}"/>
              </a:ext>
            </a:extLst>
          </p:cNvPr>
          <p:cNvCxnSpPr>
            <a:cxnSpLocks/>
          </p:cNvCxnSpPr>
          <p:nvPr/>
        </p:nvCxnSpPr>
        <p:spPr bwMode="gray">
          <a:xfrm flipH="1">
            <a:off x="2294670" y="2026778"/>
            <a:ext cx="146451" cy="10364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CB16A83-29D0-FC0F-CA2D-E4919978EB69}"/>
              </a:ext>
            </a:extLst>
          </p:cNvPr>
          <p:cNvCxnSpPr/>
          <p:nvPr/>
        </p:nvCxnSpPr>
        <p:spPr bwMode="gray">
          <a:xfrm flipH="1">
            <a:off x="5114367" y="1995686"/>
            <a:ext cx="146451" cy="10364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35BF5E0-71CF-A936-227E-03E7CAC17206}"/>
              </a:ext>
            </a:extLst>
          </p:cNvPr>
          <p:cNvCxnSpPr>
            <a:cxnSpLocks/>
          </p:cNvCxnSpPr>
          <p:nvPr/>
        </p:nvCxnSpPr>
        <p:spPr bwMode="gray">
          <a:xfrm flipH="1">
            <a:off x="5722910" y="2013542"/>
            <a:ext cx="146451" cy="10364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BD8D53F4-59FB-0A98-B0FD-3CE6CBF56D27}"/>
              </a:ext>
            </a:extLst>
          </p:cNvPr>
          <p:cNvSpPr txBox="1"/>
          <p:nvPr/>
        </p:nvSpPr>
        <p:spPr bwMode="gray">
          <a:xfrm>
            <a:off x="742187" y="1677196"/>
            <a:ext cx="2524508" cy="21602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US" sz="1000" b="1" dirty="0">
                <a:solidFill>
                  <a:srgbClr val="C00000"/>
                </a:solidFill>
              </a:rPr>
              <a:t>Before match</a:t>
            </a:r>
            <a:endParaRPr lang="x-none" sz="1000" b="1" dirty="0">
              <a:solidFill>
                <a:srgbClr val="C0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7CA48D4-8CF0-CCE7-9EE4-D113B40DA3FD}"/>
              </a:ext>
            </a:extLst>
          </p:cNvPr>
          <p:cNvSpPr txBox="1"/>
          <p:nvPr/>
        </p:nvSpPr>
        <p:spPr bwMode="gray">
          <a:xfrm>
            <a:off x="4024235" y="1671500"/>
            <a:ext cx="2751801" cy="21602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US" sz="1000" b="1" dirty="0">
                <a:solidFill>
                  <a:srgbClr val="C00000"/>
                </a:solidFill>
              </a:rPr>
              <a:t>After match</a:t>
            </a:r>
            <a:endParaRPr lang="x-none" sz="10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4330747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10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10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10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" dur="500"/>
                                        <p:tgtEl>
                                          <p:spTgt spid="10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10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10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" dur="500"/>
                                        <p:tgtEl>
                                          <p:spTgt spid="10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" dur="500"/>
                                        <p:tgtEl>
                                          <p:spTgt spid="10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9" dur="500"/>
                                        <p:tgtEl>
                                          <p:spTgt spid="10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0" dur="500"/>
                                        <p:tgtEl>
                                          <p:spTgt spid="10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3" dur="500"/>
                                        <p:tgtEl>
                                          <p:spTgt spid="10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6" dur="500"/>
                                        <p:tgtEl>
                                          <p:spTgt spid="10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9" dur="500"/>
                                        <p:tgtEl>
                                          <p:spTgt spid="10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2" dur="500"/>
                                        <p:tgtEl>
                                          <p:spTgt spid="10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5" dur="500"/>
                                        <p:tgtEl>
                                          <p:spTgt spid="10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8" dur="500"/>
                                        <p:tgtEl>
                                          <p:spTgt spid="10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1" dur="500"/>
                                        <p:tgtEl>
                                          <p:spTgt spid="10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4" dur="500"/>
                                        <p:tgtEl>
                                          <p:spTgt spid="10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2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7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2" dur="50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42" grpId="0"/>
      <p:bldP spid="1030" grpId="0" animBg="1"/>
      <p:bldP spid="1031" grpId="0" animBg="1"/>
      <p:bldP spid="1032" grpId="0" animBg="1"/>
      <p:bldP spid="1033" grpId="0" animBg="1"/>
      <p:bldP spid="1034" grpId="0" animBg="1"/>
      <p:bldP spid="1039" grpId="0" animBg="1"/>
      <p:bldP spid="1040" grpId="0" animBg="1"/>
      <p:bldP spid="1041" grpId="0" animBg="1"/>
      <p:bldP spid="1042" grpId="0" animBg="1"/>
      <p:bldP spid="1043" grpId="0" animBg="1"/>
      <p:bldP spid="13" grpId="0"/>
      <p:bldP spid="14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EE5F28-18D3-4F99-BC32-CCC97304A7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476204F-9121-E197-4CC2-AD28EADC4D3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58774" y="1239838"/>
            <a:ext cx="7309569" cy="3563938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Graphical Models</a:t>
            </a:r>
          </a:p>
          <a:p>
            <a:r>
              <a:rPr lang="en-GB" dirty="0"/>
              <a:t>Directed Graphical Models: Bayesian Networks</a:t>
            </a:r>
          </a:p>
          <a:p>
            <a:r>
              <a:rPr lang="en-GB" b="1" dirty="0"/>
              <a:t>Undirected Graphical Models: Markov Random Fields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FD85094-B0CA-1274-367A-25659D9FF3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</p:spTree>
    <p:extLst>
      <p:ext uri="{BB962C8B-B14F-4D97-AF65-F5344CB8AC3E}">
        <p14:creationId xmlns:p14="http://schemas.microsoft.com/office/powerpoint/2010/main" val="35848551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Rectangle 72">
            <a:extLst>
              <a:ext uri="{FF2B5EF4-FFF2-40B4-BE49-F238E27FC236}">
                <a16:creationId xmlns:a16="http://schemas.microsoft.com/office/drawing/2014/main" id="{35375BBA-7F89-AE7C-4E64-C1C628D1D64B}"/>
              </a:ext>
            </a:extLst>
          </p:cNvPr>
          <p:cNvSpPr/>
          <p:nvPr/>
        </p:nvSpPr>
        <p:spPr bwMode="gray">
          <a:xfrm>
            <a:off x="7020272" y="2931790"/>
            <a:ext cx="2016224" cy="165618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497CDBA9-4F7D-5C68-0F1F-D588D3056485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6907088" cy="3563938"/>
              </a:xfrm>
            </p:spPr>
            <p:txBody>
              <a:bodyPr/>
              <a:lstStyle/>
              <a:p>
                <a:r>
                  <a:rPr lang="en-US" b="1" dirty="0"/>
                  <a:t>Observation</a:t>
                </a:r>
                <a:r>
                  <a:rPr lang="en-US" dirty="0"/>
                  <a:t>: Bayesian networks are visual representations of conditional distributions, but conditional independence requires checking a graph property (d-separation) that is </a:t>
                </a:r>
              </a:p>
              <a:p>
                <a:pPr lvl="1"/>
                <a:r>
                  <a:rPr lang="en-US" sz="1200" dirty="0"/>
                  <a:t>based on removing the direction of the arrows </a:t>
                </a:r>
              </a:p>
              <a:p>
                <a:pPr lvl="1"/>
                <a:r>
                  <a:rPr lang="en-US" sz="1200" dirty="0"/>
                  <a:t>not entirely local</a:t>
                </a:r>
              </a:p>
              <a:p>
                <a:r>
                  <a:rPr lang="en-US" b="1" dirty="0"/>
                  <a:t>Idea</a:t>
                </a:r>
                <a:r>
                  <a:rPr lang="en-US" dirty="0"/>
                  <a:t>: Remove the direction of arrows in a graphical model and define conditional independence by pure connectivity!</a:t>
                </a:r>
              </a:p>
              <a:p>
                <a:r>
                  <a:rPr lang="en-US" b="1" dirty="0"/>
                  <a:t>Conditional Independence </a:t>
                </a:r>
                <a:r>
                  <a:rPr lang="en-US" dirty="0"/>
                  <a:t>. </a:t>
                </a:r>
                <a:r>
                  <a:rPr lang="en-US" i="1" dirty="0"/>
                  <a:t>Given an undirected graphical model and a subset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i="1" dirty="0"/>
                  <a:t> of observed variables, two variables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i="1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i="1" dirty="0"/>
                  <a:t> are </a:t>
                </a:r>
                <a:r>
                  <a:rPr lang="en-US" dirty="0"/>
                  <a:t>conditionally independent </a:t>
                </a:r>
                <a:r>
                  <a:rPr lang="en-US" i="1" dirty="0"/>
                  <a:t>if there is no path between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i="1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i="1" dirty="0"/>
                  <a:t> when removing all variables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i="1" dirty="0"/>
                  <a:t>.</a:t>
                </a:r>
              </a:p>
              <a:p>
                <a:pPr lvl="1"/>
                <a:r>
                  <a:rPr lang="en-US" sz="1200" dirty="0"/>
                  <a:t>This property is also called the </a:t>
                </a:r>
                <a:r>
                  <a:rPr lang="en-US" sz="1200" i="1" dirty="0"/>
                  <a:t>Markov property</a:t>
                </a:r>
                <a:r>
                  <a:rPr lang="en-US" sz="1200" dirty="0"/>
                  <a:t> of the graph of random variables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1200" dirty="0"/>
                  <a:t> </a:t>
                </a:r>
              </a:p>
              <a:p>
                <a:pPr lvl="1"/>
                <a:r>
                  <a:rPr lang="en-US" sz="1200" b="1" dirty="0"/>
                  <a:t>Pro</a:t>
                </a:r>
                <a:r>
                  <a:rPr lang="en-US" sz="1200" dirty="0"/>
                  <a:t>: Very easy to verify conditional independence of variable sets</a:t>
                </a:r>
              </a:p>
              <a:p>
                <a:pPr lvl="1"/>
                <a:r>
                  <a:rPr lang="en-US" sz="1200" b="1" dirty="0"/>
                  <a:t>Con</a:t>
                </a:r>
                <a:r>
                  <a:rPr lang="en-US" sz="1200" dirty="0"/>
                  <a:t>: Given this conditional independence definition, what is the functional form of the joint probability that satisfies this condition?</a:t>
                </a:r>
              </a:p>
              <a:p>
                <a:endParaRPr lang="en-US" b="1" dirty="0"/>
              </a:p>
            </p:txBody>
          </p:sp>
        </mc:Choice>
        <mc:Fallback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497CDBA9-4F7D-5C68-0F1F-D588D305648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6907088" cy="3563938"/>
              </a:xfrm>
              <a:blipFill>
                <a:blip r:embed="rId2"/>
                <a:stretch>
                  <a:fillRect t="-355" r="-1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DD404BAE-CE54-6724-C3C1-C3ED0638A4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Conditional Independence Revisited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2F3E2F7-443F-7A6C-27EC-3FD9CE9D4DA7}"/>
              </a:ext>
            </a:extLst>
          </p:cNvPr>
          <p:cNvCxnSpPr>
            <a:cxnSpLocks/>
            <a:stCxn id="5" idx="5"/>
            <a:endCxn id="7" idx="1"/>
          </p:cNvCxnSpPr>
          <p:nvPr/>
        </p:nvCxnSpPr>
        <p:spPr bwMode="gray">
          <a:xfrm>
            <a:off x="7564704" y="1321696"/>
            <a:ext cx="396664" cy="257659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345AA1C-E382-74F5-B172-50570DEE8E7A}"/>
              </a:ext>
            </a:extLst>
          </p:cNvPr>
          <p:cNvCxnSpPr>
            <a:cxnSpLocks/>
            <a:stCxn id="4" idx="3"/>
            <a:endCxn id="7" idx="7"/>
          </p:cNvCxnSpPr>
          <p:nvPr/>
        </p:nvCxnSpPr>
        <p:spPr bwMode="gray">
          <a:xfrm flipH="1">
            <a:off x="8114104" y="1321696"/>
            <a:ext cx="521976" cy="257659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0E8BDF1-36E8-7DB0-94B8-0F3DF8E0F867}"/>
              </a:ext>
            </a:extLst>
          </p:cNvPr>
          <p:cNvCxnSpPr>
            <a:cxnSpLocks/>
            <a:stCxn id="4" idx="4"/>
            <a:endCxn id="8" idx="0"/>
          </p:cNvCxnSpPr>
          <p:nvPr/>
        </p:nvCxnSpPr>
        <p:spPr bwMode="gray">
          <a:xfrm>
            <a:off x="8712448" y="1353328"/>
            <a:ext cx="0" cy="338435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B22BD93-DFC3-6AA5-40B8-335A16488740}"/>
              </a:ext>
            </a:extLst>
          </p:cNvPr>
          <p:cNvCxnSpPr>
            <a:cxnSpLocks/>
            <a:stCxn id="7" idx="3"/>
            <a:endCxn id="6" idx="7"/>
          </p:cNvCxnSpPr>
          <p:nvPr/>
        </p:nvCxnSpPr>
        <p:spPr bwMode="gray">
          <a:xfrm flipH="1">
            <a:off x="7564704" y="1732091"/>
            <a:ext cx="396664" cy="235983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4CC428E1-6B5E-11E8-2AD1-01FB05DD3BBF}"/>
                  </a:ext>
                </a:extLst>
              </p:cNvPr>
              <p:cNvSpPr/>
              <p:nvPr/>
            </p:nvSpPr>
            <p:spPr bwMode="gray">
              <a:xfrm>
                <a:off x="7380336" y="1137328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4CC428E1-6B5E-11E8-2AD1-01FB05DD3BB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380336" y="1137328"/>
                <a:ext cx="216000" cy="216000"/>
              </a:xfrm>
              <a:prstGeom prst="ellipse">
                <a:avLst/>
              </a:prstGeom>
              <a:blipFill>
                <a:blip r:embed="rId3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317C4B0F-5265-FBDD-2D91-65CBD9FBCE27}"/>
                  </a:ext>
                </a:extLst>
              </p:cNvPr>
              <p:cNvSpPr/>
              <p:nvPr/>
            </p:nvSpPr>
            <p:spPr bwMode="gray">
              <a:xfrm>
                <a:off x="8604448" y="1137328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317C4B0F-5265-FBDD-2D91-65CBD9FBCE2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604448" y="1137328"/>
                <a:ext cx="216000" cy="216000"/>
              </a:xfrm>
              <a:prstGeom prst="ellipse">
                <a:avLst/>
              </a:prstGeom>
              <a:blipFill>
                <a:blip r:embed="rId4"/>
                <a:stretch>
                  <a:fillRect l="-5000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40FB4C36-05C4-264F-273A-7DA2BF1D8C1A}"/>
                  </a:ext>
                </a:extLst>
              </p:cNvPr>
              <p:cNvSpPr/>
              <p:nvPr/>
            </p:nvSpPr>
            <p:spPr bwMode="gray">
              <a:xfrm>
                <a:off x="7380336" y="1936442"/>
                <a:ext cx="216000" cy="216000"/>
              </a:xfrm>
              <a:prstGeom prst="ellipse">
                <a:avLst/>
              </a:prstGeom>
              <a:noFill/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40FB4C36-05C4-264F-273A-7DA2BF1D8C1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380336" y="1936442"/>
                <a:ext cx="216000" cy="216000"/>
              </a:xfrm>
              <a:prstGeom prst="ellipse">
                <a:avLst/>
              </a:prstGeom>
              <a:blipFill>
                <a:blip r:embed="rId5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605701C0-E403-C350-78A8-BB5F14C954DA}"/>
                  </a:ext>
                </a:extLst>
              </p:cNvPr>
              <p:cNvSpPr/>
              <p:nvPr/>
            </p:nvSpPr>
            <p:spPr bwMode="gray">
              <a:xfrm>
                <a:off x="8604448" y="2224498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605701C0-E403-C350-78A8-BB5F14C954D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604448" y="2224498"/>
                <a:ext cx="216000" cy="216000"/>
              </a:xfrm>
              <a:prstGeom prst="ellipse">
                <a:avLst/>
              </a:prstGeom>
              <a:blipFill>
                <a:blip r:embed="rId6"/>
                <a:stretch>
                  <a:fillRect l="-5000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EC10390-CD43-F9E3-EAAA-CCCC8A8582F4}"/>
              </a:ext>
            </a:extLst>
          </p:cNvPr>
          <p:cNvCxnSpPr>
            <a:cxnSpLocks/>
            <a:stCxn id="8" idx="4"/>
            <a:endCxn id="15" idx="0"/>
          </p:cNvCxnSpPr>
          <p:nvPr/>
        </p:nvCxnSpPr>
        <p:spPr bwMode="gray">
          <a:xfrm>
            <a:off x="8712448" y="1907763"/>
            <a:ext cx="0" cy="316735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013F56AC-1918-30AE-6F1E-84CBF666910E}"/>
                  </a:ext>
                </a:extLst>
              </p:cNvPr>
              <p:cNvSpPr/>
              <p:nvPr/>
            </p:nvSpPr>
            <p:spPr bwMode="gray">
              <a:xfrm>
                <a:off x="8604448" y="1691763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013F56AC-1918-30AE-6F1E-84CBF666910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604448" y="1691763"/>
                <a:ext cx="216000" cy="216000"/>
              </a:xfrm>
              <a:prstGeom prst="ellipse">
                <a:avLst/>
              </a:prstGeom>
              <a:blipFill>
                <a:blip r:embed="rId7"/>
                <a:stretch>
                  <a:fillRect l="-5000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684F3108-694A-E8C1-2C72-AC4D9F1D62DC}"/>
                  </a:ext>
                </a:extLst>
              </p:cNvPr>
              <p:cNvSpPr/>
              <p:nvPr/>
            </p:nvSpPr>
            <p:spPr bwMode="gray">
              <a:xfrm>
                <a:off x="7929736" y="1547723"/>
                <a:ext cx="216000" cy="216000"/>
              </a:xfrm>
              <a:prstGeom prst="ellipse">
                <a:avLst/>
              </a:prstGeom>
              <a:solidFill>
                <a:schemeClr val="accent5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684F3108-694A-E8C1-2C72-AC4D9F1D62D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929736" y="1547723"/>
                <a:ext cx="216000" cy="216000"/>
              </a:xfrm>
              <a:prstGeom prst="ellipse">
                <a:avLst/>
              </a:prstGeom>
              <a:blipFill>
                <a:blip r:embed="rId8"/>
                <a:stretch>
                  <a:fillRect l="-11111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0D82F648-75FF-C63E-1AB1-B7859D4F5604}"/>
                  </a:ext>
                </a:extLst>
              </p:cNvPr>
              <p:cNvSpPr/>
              <p:nvPr/>
            </p:nvSpPr>
            <p:spPr bwMode="gray">
              <a:xfrm>
                <a:off x="7934072" y="2296506"/>
                <a:ext cx="216000" cy="216000"/>
              </a:xfrm>
              <a:prstGeom prst="ellipse">
                <a:avLst/>
              </a:prstGeom>
              <a:solidFill>
                <a:schemeClr val="accent5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0D82F648-75FF-C63E-1AB1-B7859D4F560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934072" y="2296506"/>
                <a:ext cx="216000" cy="216000"/>
              </a:xfrm>
              <a:prstGeom prst="ellipse">
                <a:avLst/>
              </a:prstGeom>
              <a:blipFill>
                <a:blip r:embed="rId9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3DE51FF2-D925-D8FA-8C9C-54C5558DA231}"/>
              </a:ext>
            </a:extLst>
          </p:cNvPr>
          <p:cNvCxnSpPr>
            <a:cxnSpLocks/>
            <a:stCxn id="6" idx="5"/>
            <a:endCxn id="21" idx="1"/>
          </p:cNvCxnSpPr>
          <p:nvPr/>
        </p:nvCxnSpPr>
        <p:spPr bwMode="gray">
          <a:xfrm>
            <a:off x="7564704" y="2120810"/>
            <a:ext cx="401000" cy="207328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EB22BD2-CC19-6F29-81EA-0EFC39D08283}"/>
              </a:ext>
            </a:extLst>
          </p:cNvPr>
          <p:cNvCxnSpPr>
            <a:cxnSpLocks/>
            <a:stCxn id="7" idx="4"/>
            <a:endCxn id="21" idx="0"/>
          </p:cNvCxnSpPr>
          <p:nvPr/>
        </p:nvCxnSpPr>
        <p:spPr bwMode="gray">
          <a:xfrm>
            <a:off x="8037736" y="1763723"/>
            <a:ext cx="4336" cy="532783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28962108-A53A-FF71-6076-DD6BD3E85E08}"/>
              </a:ext>
            </a:extLst>
          </p:cNvPr>
          <p:cNvCxnSpPr>
            <a:cxnSpLocks/>
            <a:stCxn id="7" idx="6"/>
            <a:endCxn id="8" idx="2"/>
          </p:cNvCxnSpPr>
          <p:nvPr/>
        </p:nvCxnSpPr>
        <p:spPr bwMode="gray">
          <a:xfrm>
            <a:off x="8145736" y="1655723"/>
            <a:ext cx="458712" cy="144040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1FCA10C6-5862-D71D-CE2E-A7087279D1C5}"/>
              </a:ext>
            </a:extLst>
          </p:cNvPr>
          <p:cNvCxnSpPr>
            <a:cxnSpLocks/>
            <a:endCxn id="5" idx="7"/>
          </p:cNvCxnSpPr>
          <p:nvPr/>
        </p:nvCxnSpPr>
        <p:spPr bwMode="gray">
          <a:xfrm flipH="1">
            <a:off x="7564704" y="1059582"/>
            <a:ext cx="133376" cy="109378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1411F026-6890-D7F3-454B-4BB36FA4AD49}"/>
              </a:ext>
            </a:extLst>
          </p:cNvPr>
          <p:cNvCxnSpPr>
            <a:cxnSpLocks/>
            <a:endCxn id="4" idx="7"/>
          </p:cNvCxnSpPr>
          <p:nvPr/>
        </p:nvCxnSpPr>
        <p:spPr bwMode="gray">
          <a:xfrm flipH="1">
            <a:off x="8788816" y="1072346"/>
            <a:ext cx="114424" cy="96614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952FF435-39B9-32F6-99D9-A100FC63158E}"/>
              </a:ext>
            </a:extLst>
          </p:cNvPr>
          <p:cNvCxnSpPr>
            <a:cxnSpLocks/>
            <a:stCxn id="60" idx="5"/>
            <a:endCxn id="66" idx="1"/>
          </p:cNvCxnSpPr>
          <p:nvPr/>
        </p:nvCxnSpPr>
        <p:spPr bwMode="gray">
          <a:xfrm>
            <a:off x="7564704" y="3265912"/>
            <a:ext cx="396664" cy="257659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C1F325C7-6579-00F4-F4FD-8CAACC56EA1F}"/>
              </a:ext>
            </a:extLst>
          </p:cNvPr>
          <p:cNvCxnSpPr>
            <a:cxnSpLocks/>
            <a:stCxn id="61" idx="3"/>
            <a:endCxn id="66" idx="7"/>
          </p:cNvCxnSpPr>
          <p:nvPr/>
        </p:nvCxnSpPr>
        <p:spPr bwMode="gray">
          <a:xfrm flipH="1">
            <a:off x="8114104" y="3265912"/>
            <a:ext cx="521976" cy="257659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5D18E3C2-90A1-6880-DA0D-19FB48C8C84E}"/>
              </a:ext>
            </a:extLst>
          </p:cNvPr>
          <p:cNvCxnSpPr>
            <a:cxnSpLocks/>
            <a:stCxn id="61" idx="4"/>
            <a:endCxn id="65" idx="0"/>
          </p:cNvCxnSpPr>
          <p:nvPr/>
        </p:nvCxnSpPr>
        <p:spPr bwMode="gray">
          <a:xfrm>
            <a:off x="8712448" y="3297544"/>
            <a:ext cx="0" cy="338435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356D989B-C09E-E2A1-0CC1-4425D06F34A3}"/>
              </a:ext>
            </a:extLst>
          </p:cNvPr>
          <p:cNvCxnSpPr>
            <a:cxnSpLocks/>
            <a:stCxn id="66" idx="3"/>
            <a:endCxn id="62" idx="7"/>
          </p:cNvCxnSpPr>
          <p:nvPr/>
        </p:nvCxnSpPr>
        <p:spPr bwMode="gray">
          <a:xfrm flipH="1">
            <a:off x="7564704" y="3676307"/>
            <a:ext cx="396664" cy="235983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5EEBA778-6C14-262F-370A-FD70CB79A683}"/>
                  </a:ext>
                </a:extLst>
              </p:cNvPr>
              <p:cNvSpPr/>
              <p:nvPr/>
            </p:nvSpPr>
            <p:spPr bwMode="gray">
              <a:xfrm>
                <a:off x="7380336" y="3081544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5EEBA778-6C14-262F-370A-FD70CB79A68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380336" y="3081544"/>
                <a:ext cx="216000" cy="216000"/>
              </a:xfrm>
              <a:prstGeom prst="ellipse">
                <a:avLst/>
              </a:prstGeom>
              <a:blipFill>
                <a:blip r:embed="rId10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1B0FB3BF-5CD6-7279-076F-1A719070A812}"/>
                  </a:ext>
                </a:extLst>
              </p:cNvPr>
              <p:cNvSpPr/>
              <p:nvPr/>
            </p:nvSpPr>
            <p:spPr bwMode="gray">
              <a:xfrm>
                <a:off x="8604448" y="3081544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1B0FB3BF-5CD6-7279-076F-1A719070A81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604448" y="3081544"/>
                <a:ext cx="216000" cy="216000"/>
              </a:xfrm>
              <a:prstGeom prst="ellipse">
                <a:avLst/>
              </a:prstGeom>
              <a:blipFill>
                <a:blip r:embed="rId11"/>
                <a:stretch>
                  <a:fillRect l="-5000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Oval 61">
                <a:extLst>
                  <a:ext uri="{FF2B5EF4-FFF2-40B4-BE49-F238E27FC236}">
                    <a16:creationId xmlns:a16="http://schemas.microsoft.com/office/drawing/2014/main" id="{943106C4-4DD3-03F1-0AE4-3A6257C2A9E9}"/>
                  </a:ext>
                </a:extLst>
              </p:cNvPr>
              <p:cNvSpPr/>
              <p:nvPr/>
            </p:nvSpPr>
            <p:spPr bwMode="gray">
              <a:xfrm>
                <a:off x="7380336" y="3880658"/>
                <a:ext cx="216000" cy="216000"/>
              </a:xfrm>
              <a:prstGeom prst="ellipse">
                <a:avLst/>
              </a:prstGeom>
              <a:noFill/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2" name="Oval 61">
                <a:extLst>
                  <a:ext uri="{FF2B5EF4-FFF2-40B4-BE49-F238E27FC236}">
                    <a16:creationId xmlns:a16="http://schemas.microsoft.com/office/drawing/2014/main" id="{943106C4-4DD3-03F1-0AE4-3A6257C2A9E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380336" y="3880658"/>
                <a:ext cx="216000" cy="216000"/>
              </a:xfrm>
              <a:prstGeom prst="ellipse">
                <a:avLst/>
              </a:prstGeom>
              <a:blipFill>
                <a:blip r:embed="rId12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053F8094-D318-F96D-8168-073B5C259E95}"/>
                  </a:ext>
                </a:extLst>
              </p:cNvPr>
              <p:cNvSpPr/>
              <p:nvPr/>
            </p:nvSpPr>
            <p:spPr bwMode="gray">
              <a:xfrm>
                <a:off x="8604448" y="4168714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053F8094-D318-F96D-8168-073B5C259E9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604448" y="4168714"/>
                <a:ext cx="216000" cy="216000"/>
              </a:xfrm>
              <a:prstGeom prst="ellipse">
                <a:avLst/>
              </a:prstGeom>
              <a:blipFill>
                <a:blip r:embed="rId13"/>
                <a:stretch>
                  <a:fillRect l="-5000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FCB6D8F1-B701-B5DD-A4E4-02D7DFA84708}"/>
              </a:ext>
            </a:extLst>
          </p:cNvPr>
          <p:cNvCxnSpPr>
            <a:cxnSpLocks/>
            <a:stCxn id="65" idx="4"/>
            <a:endCxn id="63" idx="0"/>
          </p:cNvCxnSpPr>
          <p:nvPr/>
        </p:nvCxnSpPr>
        <p:spPr bwMode="gray">
          <a:xfrm>
            <a:off x="8712448" y="3851979"/>
            <a:ext cx="0" cy="316735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Oval 64">
                <a:extLst>
                  <a:ext uri="{FF2B5EF4-FFF2-40B4-BE49-F238E27FC236}">
                    <a16:creationId xmlns:a16="http://schemas.microsoft.com/office/drawing/2014/main" id="{4D8E93A3-05B2-2F0A-D2B2-8451178A8D73}"/>
                  </a:ext>
                </a:extLst>
              </p:cNvPr>
              <p:cNvSpPr/>
              <p:nvPr/>
            </p:nvSpPr>
            <p:spPr bwMode="gray">
              <a:xfrm>
                <a:off x="8604448" y="3635979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5" name="Oval 64">
                <a:extLst>
                  <a:ext uri="{FF2B5EF4-FFF2-40B4-BE49-F238E27FC236}">
                    <a16:creationId xmlns:a16="http://schemas.microsoft.com/office/drawing/2014/main" id="{4D8E93A3-05B2-2F0A-D2B2-8451178A8D7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604448" y="3635979"/>
                <a:ext cx="216000" cy="216000"/>
              </a:xfrm>
              <a:prstGeom prst="ellipse">
                <a:avLst/>
              </a:prstGeom>
              <a:blipFill>
                <a:blip r:embed="rId14"/>
                <a:stretch>
                  <a:fillRect l="-5000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Oval 65">
                <a:extLst>
                  <a:ext uri="{FF2B5EF4-FFF2-40B4-BE49-F238E27FC236}">
                    <a16:creationId xmlns:a16="http://schemas.microsoft.com/office/drawing/2014/main" id="{D64915FC-3E3E-3171-F28D-1800AFEF7485}"/>
                  </a:ext>
                </a:extLst>
              </p:cNvPr>
              <p:cNvSpPr/>
              <p:nvPr/>
            </p:nvSpPr>
            <p:spPr bwMode="gray">
              <a:xfrm>
                <a:off x="7929736" y="3491939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6" name="Oval 65">
                <a:extLst>
                  <a:ext uri="{FF2B5EF4-FFF2-40B4-BE49-F238E27FC236}">
                    <a16:creationId xmlns:a16="http://schemas.microsoft.com/office/drawing/2014/main" id="{D64915FC-3E3E-3171-F28D-1800AFEF748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929736" y="3491939"/>
                <a:ext cx="216000" cy="216000"/>
              </a:xfrm>
              <a:prstGeom prst="ellipse">
                <a:avLst/>
              </a:prstGeom>
              <a:blipFill>
                <a:blip r:embed="rId15"/>
                <a:stretch>
                  <a:fillRect l="-11111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7" name="Oval 66">
                <a:extLst>
                  <a:ext uri="{FF2B5EF4-FFF2-40B4-BE49-F238E27FC236}">
                    <a16:creationId xmlns:a16="http://schemas.microsoft.com/office/drawing/2014/main" id="{D121591C-2C43-ACE6-D4BD-CDA50F611776}"/>
                  </a:ext>
                </a:extLst>
              </p:cNvPr>
              <p:cNvSpPr/>
              <p:nvPr/>
            </p:nvSpPr>
            <p:spPr bwMode="gray">
              <a:xfrm>
                <a:off x="7934072" y="4240722"/>
                <a:ext cx="216000" cy="216000"/>
              </a:xfrm>
              <a:prstGeom prst="ellipse">
                <a:avLst/>
              </a:prstGeom>
              <a:solidFill>
                <a:schemeClr val="accent5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7" name="Oval 66">
                <a:extLst>
                  <a:ext uri="{FF2B5EF4-FFF2-40B4-BE49-F238E27FC236}">
                    <a16:creationId xmlns:a16="http://schemas.microsoft.com/office/drawing/2014/main" id="{D121591C-2C43-ACE6-D4BD-CDA50F61177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934072" y="4240722"/>
                <a:ext cx="216000" cy="216000"/>
              </a:xfrm>
              <a:prstGeom prst="ellipse">
                <a:avLst/>
              </a:prstGeom>
              <a:blipFill>
                <a:blip r:embed="rId16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F6D885B2-E173-FA26-81E0-CA75F07E2342}"/>
              </a:ext>
            </a:extLst>
          </p:cNvPr>
          <p:cNvCxnSpPr>
            <a:cxnSpLocks/>
            <a:stCxn id="62" idx="5"/>
            <a:endCxn id="67" idx="1"/>
          </p:cNvCxnSpPr>
          <p:nvPr/>
        </p:nvCxnSpPr>
        <p:spPr bwMode="gray">
          <a:xfrm>
            <a:off x="7564704" y="4065026"/>
            <a:ext cx="401000" cy="207328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96AAEFA4-F27A-CFC3-D610-4D4BFC760262}"/>
              </a:ext>
            </a:extLst>
          </p:cNvPr>
          <p:cNvCxnSpPr>
            <a:cxnSpLocks/>
            <a:stCxn id="66" idx="4"/>
            <a:endCxn id="67" idx="0"/>
          </p:cNvCxnSpPr>
          <p:nvPr/>
        </p:nvCxnSpPr>
        <p:spPr bwMode="gray">
          <a:xfrm>
            <a:off x="8037736" y="3707939"/>
            <a:ext cx="4336" cy="532783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1B952484-643B-FCFE-9990-ABDE3D47F021}"/>
              </a:ext>
            </a:extLst>
          </p:cNvPr>
          <p:cNvCxnSpPr>
            <a:cxnSpLocks/>
            <a:stCxn id="66" idx="6"/>
            <a:endCxn id="65" idx="2"/>
          </p:cNvCxnSpPr>
          <p:nvPr/>
        </p:nvCxnSpPr>
        <p:spPr bwMode="gray">
          <a:xfrm>
            <a:off x="8145736" y="3599939"/>
            <a:ext cx="458712" cy="144040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F971DC4-F3E7-927E-8201-FB3CB3EA550F}"/>
              </a:ext>
            </a:extLst>
          </p:cNvPr>
          <p:cNvCxnSpPr>
            <a:cxnSpLocks/>
            <a:endCxn id="60" idx="7"/>
          </p:cNvCxnSpPr>
          <p:nvPr/>
        </p:nvCxnSpPr>
        <p:spPr bwMode="gray">
          <a:xfrm flipH="1">
            <a:off x="7564704" y="3003798"/>
            <a:ext cx="133376" cy="109378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E2CF6EB7-1255-379D-6415-A9B07CB75122}"/>
              </a:ext>
            </a:extLst>
          </p:cNvPr>
          <p:cNvCxnSpPr>
            <a:cxnSpLocks/>
            <a:endCxn id="61" idx="7"/>
          </p:cNvCxnSpPr>
          <p:nvPr/>
        </p:nvCxnSpPr>
        <p:spPr bwMode="gray">
          <a:xfrm flipH="1">
            <a:off x="8788816" y="3016562"/>
            <a:ext cx="114424" cy="96614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4DAD17F3-39FD-0C3E-7FAE-1B63812AC3C4}"/>
                  </a:ext>
                </a:extLst>
              </p:cNvPr>
              <p:cNvSpPr txBox="1"/>
              <p:nvPr/>
            </p:nvSpPr>
            <p:spPr bwMode="gray">
              <a:xfrm>
                <a:off x="6537860" y="2571750"/>
                <a:ext cx="2524508" cy="21602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10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x-none" sz="1000" dirty="0">
                    <a:solidFill>
                      <a:srgbClr val="C00000"/>
                    </a:solidFill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1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</m:sub>
                    </m:sSub>
                  </m:oMath>
                </a14:m>
                <a:r>
                  <a:rPr lang="x-none" sz="1000" dirty="0">
                    <a:solidFill>
                      <a:srgbClr val="C00000"/>
                    </a:solidFill>
                  </a:rPr>
                  <a:t> </a:t>
                </a:r>
                <a:r>
                  <a:rPr lang="en-US" sz="1000" dirty="0">
                    <a:solidFill>
                      <a:srgbClr val="C00000"/>
                    </a:solidFill>
                  </a:rPr>
                  <a:t>are</a:t>
                </a:r>
                <a:r>
                  <a:rPr lang="x-none" sz="1000">
                    <a:solidFill>
                      <a:srgbClr val="C00000"/>
                    </a:solidFill>
                  </a:rPr>
                  <a:t> </a:t>
                </a:r>
                <a:r>
                  <a:rPr lang="en-US" sz="1000" dirty="0">
                    <a:solidFill>
                      <a:srgbClr val="C00000"/>
                    </a:solidFill>
                  </a:rPr>
                  <a:t>conditionally </a:t>
                </a:r>
                <a:r>
                  <a:rPr lang="x-none" sz="1000">
                    <a:solidFill>
                      <a:srgbClr val="C00000"/>
                    </a:solidFill>
                  </a:rPr>
                  <a:t>independent</a:t>
                </a:r>
                <a:endParaRPr lang="x-none" sz="1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4DAD17F3-39FD-0C3E-7FAE-1B63812AC3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537860" y="2571750"/>
                <a:ext cx="2524508" cy="216024"/>
              </a:xfrm>
              <a:prstGeom prst="rect">
                <a:avLst/>
              </a:prstGeom>
              <a:blipFill>
                <a:blip r:embed="rId17"/>
                <a:stretch>
                  <a:fillRect t="-5556" b="-2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9BB13366-DDAE-5D3A-E253-5AD7A4A7F785}"/>
                  </a:ext>
                </a:extLst>
              </p:cNvPr>
              <p:cNvSpPr txBox="1"/>
              <p:nvPr/>
            </p:nvSpPr>
            <p:spPr bwMode="gray">
              <a:xfrm>
                <a:off x="6300192" y="4443958"/>
                <a:ext cx="2776959" cy="21602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10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x-none" sz="1000" dirty="0">
                    <a:solidFill>
                      <a:srgbClr val="C00000"/>
                    </a:solidFill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1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</m:sub>
                    </m:sSub>
                  </m:oMath>
                </a14:m>
                <a:r>
                  <a:rPr lang="x-none" sz="1000" dirty="0">
                    <a:solidFill>
                      <a:srgbClr val="C00000"/>
                    </a:solidFill>
                  </a:rPr>
                  <a:t> </a:t>
                </a:r>
                <a:r>
                  <a:rPr lang="en-US" sz="1000" dirty="0">
                    <a:solidFill>
                      <a:srgbClr val="C00000"/>
                    </a:solidFill>
                  </a:rPr>
                  <a:t>are </a:t>
                </a:r>
                <a:r>
                  <a:rPr lang="x-none" sz="1000" b="1">
                    <a:solidFill>
                      <a:srgbClr val="C00000"/>
                    </a:solidFill>
                  </a:rPr>
                  <a:t>not</a:t>
                </a:r>
                <a:r>
                  <a:rPr lang="x-none" sz="1000">
                    <a:solidFill>
                      <a:srgbClr val="C00000"/>
                    </a:solidFill>
                  </a:rPr>
                  <a:t> </a:t>
                </a:r>
                <a:r>
                  <a:rPr lang="en-US" sz="1000" dirty="0">
                    <a:solidFill>
                      <a:srgbClr val="C00000"/>
                    </a:solidFill>
                  </a:rPr>
                  <a:t>conditionally </a:t>
                </a:r>
                <a:r>
                  <a:rPr lang="x-none" sz="1000">
                    <a:solidFill>
                      <a:srgbClr val="C00000"/>
                    </a:solidFill>
                  </a:rPr>
                  <a:t>independent</a:t>
                </a:r>
                <a:endParaRPr lang="x-none" sz="1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9BB13366-DDAE-5D3A-E253-5AD7A4A7F7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300192" y="4443958"/>
                <a:ext cx="2776959" cy="216024"/>
              </a:xfrm>
              <a:prstGeom prst="rect">
                <a:avLst/>
              </a:prstGeom>
              <a:blipFill>
                <a:blip r:embed="rId18"/>
                <a:stretch>
                  <a:fillRect t="-5556" b="-2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6628485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71" dur="1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72" dur="1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73" dur="1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75" dur="1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76" dur="1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77" dur="1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2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0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92" dur="1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  <p:set>
                                      <p:cBhvr>
                                        <p:cTn id="93" dur="1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4" dur="1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96" dur="1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  <p:set>
                                      <p:cBhvr>
                                        <p:cTn id="97" dur="1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8" dur="1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9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0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4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0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08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0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1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1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6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9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2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2" presetID="9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2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5" fill="hold">
                      <p:stCondLst>
                        <p:cond delay="indefinite"/>
                      </p:stCondLst>
                      <p:childTnLst>
                        <p:par>
                          <p:cTn id="126" fill="hold">
                            <p:stCondLst>
                              <p:cond delay="0"/>
                            </p:stCondLst>
                            <p:childTnLst>
                              <p:par>
                                <p:cTn id="12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9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0" fill="hold">
                      <p:stCondLst>
                        <p:cond delay="indefinite"/>
                      </p:stCondLst>
                      <p:childTnLst>
                        <p:par>
                          <p:cTn id="131" fill="hold">
                            <p:stCondLst>
                              <p:cond delay="0"/>
                            </p:stCondLst>
                            <p:childTnLst>
                              <p:par>
                                <p:cTn id="132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4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0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3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6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9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2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5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8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1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4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7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0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3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6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7" fill="hold">
                      <p:stCondLst>
                        <p:cond delay="indefinite"/>
                      </p:stCondLst>
                      <p:childTnLst>
                        <p:par>
                          <p:cTn id="178" fill="hold">
                            <p:stCondLst>
                              <p:cond delay="0"/>
                            </p:stCondLst>
                            <p:childTnLst>
                              <p:par>
                                <p:cTn id="17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1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2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4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5" fill="hold">
                      <p:stCondLst>
                        <p:cond delay="indefinite"/>
                      </p:stCondLst>
                      <p:childTnLst>
                        <p:par>
                          <p:cTn id="186" fill="hold">
                            <p:stCondLst>
                              <p:cond delay="0"/>
                            </p:stCondLst>
                            <p:childTnLst>
                              <p:par>
                                <p:cTn id="187" presetID="9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88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0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91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94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6" fill="hold">
                      <p:stCondLst>
                        <p:cond delay="indefinite"/>
                      </p:stCondLst>
                      <p:childTnLst>
                        <p:par>
                          <p:cTn id="197" fill="hold">
                            <p:stCondLst>
                              <p:cond delay="0"/>
                            </p:stCondLst>
                            <p:childTnLst>
                              <p:par>
                                <p:cTn id="198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99" dur="1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200" dur="1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1" presetID="7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02" dur="1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203" dur="1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4" fill="hold">
                      <p:stCondLst>
                        <p:cond delay="indefinite"/>
                      </p:stCondLst>
                      <p:childTnLst>
                        <p:par>
                          <p:cTn id="205" fill="hold">
                            <p:stCondLst>
                              <p:cond delay="0"/>
                            </p:stCondLst>
                            <p:childTnLst>
                              <p:par>
                                <p:cTn id="20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8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9" fill="hold">
                      <p:stCondLst>
                        <p:cond delay="indefinite"/>
                      </p:stCondLst>
                      <p:childTnLst>
                        <p:par>
                          <p:cTn id="210" fill="hold">
                            <p:stCondLst>
                              <p:cond delay="0"/>
                            </p:stCondLst>
                            <p:childTnLst>
                              <p:par>
                                <p:cTn id="211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3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4" fill="hold">
                      <p:stCondLst>
                        <p:cond delay="indefinite"/>
                      </p:stCondLst>
                      <p:childTnLst>
                        <p:par>
                          <p:cTn id="215" fill="hold">
                            <p:stCondLst>
                              <p:cond delay="0"/>
                            </p:stCondLst>
                            <p:childTnLst>
                              <p:par>
                                <p:cTn id="216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8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9" fill="hold">
                      <p:stCondLst>
                        <p:cond delay="indefinite"/>
                      </p:stCondLst>
                      <p:childTnLst>
                        <p:par>
                          <p:cTn id="220" fill="hold">
                            <p:stCondLst>
                              <p:cond delay="0"/>
                            </p:stCondLst>
                            <p:childTnLst>
                              <p:par>
                                <p:cTn id="221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3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4" grpId="0" animBg="1"/>
      <p:bldP spid="6" grpId="0" animBg="1"/>
      <p:bldP spid="15" grpId="0" animBg="1"/>
      <p:bldP spid="8" grpId="0" animBg="1"/>
      <p:bldP spid="7" grpId="0" animBg="1"/>
      <p:bldP spid="7" grpId="1" animBg="1"/>
      <p:bldP spid="21" grpId="0" animBg="1"/>
      <p:bldP spid="21" grpId="1" animBg="1"/>
      <p:bldP spid="60" grpId="0" animBg="1"/>
      <p:bldP spid="61" grpId="0" animBg="1"/>
      <p:bldP spid="62" grpId="0" animBg="1"/>
      <p:bldP spid="63" grpId="0" animBg="1"/>
      <p:bldP spid="65" grpId="0" animBg="1"/>
      <p:bldP spid="66" grpId="0" animBg="1"/>
      <p:bldP spid="67" grpId="0" animBg="1"/>
      <p:bldP spid="67" grpId="1" animBg="1"/>
      <p:bldP spid="74" grpId="0"/>
      <p:bldP spid="7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3DA5A290-4383-18D0-2616-9F2D7C5FBB0A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358776" y="1239838"/>
                <a:ext cx="7282988" cy="1883364"/>
              </a:xfrm>
            </p:spPr>
            <p:txBody>
              <a:bodyPr/>
              <a:lstStyle/>
              <a:p>
                <a:r>
                  <a:rPr lang="en-US" b="1" dirty="0"/>
                  <a:t>Hammersley-Clifford (1971)</a:t>
                </a:r>
                <a:r>
                  <a:rPr lang="en-US" dirty="0"/>
                  <a:t>. Given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random variables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, a density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/>
                  <a:t> satisfies the Markov property for an undirected graph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/>
                  <a:t> over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 if and only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pPr marL="268287" lvl="1" indent="0">
                  <a:buNone/>
                </a:pPr>
                <a:r>
                  <a:rPr lang="en-US" dirty="0"/>
                  <a:t>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𝜓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US" dirty="0"/>
                  <a:t> are strictly positive functions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lang="en-US" dirty="0"/>
                  <a:t> are the values of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dirty="0"/>
                  <a:t> indexed by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1"/>
                <a:r>
                  <a:rPr lang="en-US" sz="1200" dirty="0"/>
                  <a:t>Computing the density up to normalization is computationally easy but the normalization constant is computationally hard as it requires sums/integrals of products of potentials! </a:t>
                </a:r>
              </a:p>
            </p:txBody>
          </p:sp>
        </mc:Choice>
        <mc:Fallback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3DA5A290-4383-18D0-2616-9F2D7C5FBB0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358776" y="1239838"/>
                <a:ext cx="7282988" cy="1883364"/>
              </a:xfrm>
              <a:blipFill>
                <a:blip r:embed="rId2"/>
                <a:stretch>
                  <a:fillRect t="-6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9E22C9F8-7B2F-2068-BCE3-9753E10328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Hammersley-Clifford Theorem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D98D5BC-F58A-0931-62DA-DDE28BAAF7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4021" y="1347614"/>
            <a:ext cx="599062" cy="70368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5A2A27C-7BF1-3524-E4E9-2B10E878AC8E}"/>
              </a:ext>
            </a:extLst>
          </p:cNvPr>
          <p:cNvSpPr txBox="1"/>
          <p:nvPr/>
        </p:nvSpPr>
        <p:spPr bwMode="gray">
          <a:xfrm>
            <a:off x="7641764" y="2017172"/>
            <a:ext cx="132357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00" b="1" dirty="0">
                <a:solidFill>
                  <a:srgbClr val="202122"/>
                </a:solidFill>
                <a:latin typeface="Arial" panose="020B0604020202020204" pitchFamily="34" charset="0"/>
              </a:rPr>
              <a:t>John Hammersley</a:t>
            </a:r>
            <a:br>
              <a:rPr lang="en-US" sz="800" b="1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</a:br>
            <a:r>
              <a:rPr lang="en-US" sz="800" b="1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(1920 – 2004)</a:t>
            </a:r>
            <a:endParaRPr lang="en-US" sz="8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A92081-AF76-E797-4880-1C51EE01BB60}"/>
              </a:ext>
            </a:extLst>
          </p:cNvPr>
          <p:cNvSpPr txBox="1"/>
          <p:nvPr/>
        </p:nvSpPr>
        <p:spPr bwMode="gray">
          <a:xfrm>
            <a:off x="7647157" y="3291830"/>
            <a:ext cx="132357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00" b="1" dirty="0">
                <a:solidFill>
                  <a:srgbClr val="202122"/>
                </a:solidFill>
                <a:latin typeface="Arial" panose="020B0604020202020204" pitchFamily="34" charset="0"/>
              </a:rPr>
              <a:t>Peter Clifford</a:t>
            </a:r>
            <a:br>
              <a:rPr lang="en-US" sz="800" b="1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</a:br>
            <a:r>
              <a:rPr lang="en-US" sz="800" b="1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(1943 – 2025)</a:t>
            </a:r>
            <a:endParaRPr lang="en-US" sz="8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9A44FDC-AA31-6809-8100-B583674448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49123" y="2536724"/>
            <a:ext cx="653960" cy="78331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6B513AF-F848-9F76-A73B-9147E27D2A0C}"/>
                  </a:ext>
                </a:extLst>
              </p:cNvPr>
              <p:cNvSpPr txBox="1"/>
              <p:nvPr/>
            </p:nvSpPr>
            <p:spPr bwMode="gray">
              <a:xfrm>
                <a:off x="3275856" y="1730092"/>
                <a:ext cx="2480549" cy="6424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∝</m:t>
                      </m:r>
                      <m:nary>
                        <m:naryPr>
                          <m:chr m:val="∏"/>
                          <m:supHide m:val="on"/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m:rPr>
                              <m:sty m:val="p"/>
                            </m:rPr>
                            <a:rPr lang="en-US" sz="1400" b="0" i="0" smtClean="0">
                              <a:latin typeface="Cambria Math" panose="02040503050406030204" pitchFamily="18" charset="0"/>
                            </a:rPr>
                            <m:t>cliques</m:t>
                          </m:r>
                          <m:d>
                            <m:d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</m:d>
                        </m:sub>
                        <m:sup/>
                        <m:e>
                          <m:sSub>
                            <m:sSub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𝜓</m:t>
                              </m:r>
                            </m:e>
                            <m: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1" i="1" smtClean="0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6B513AF-F848-9F76-A73B-9147E27D2A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275856" y="1730092"/>
                <a:ext cx="2480549" cy="642420"/>
              </a:xfrm>
              <a:prstGeom prst="rect">
                <a:avLst/>
              </a:prstGeom>
              <a:blipFill>
                <a:blip r:embed="rId5"/>
                <a:stretch>
                  <a:fillRect t="-113725" b="-1588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5B83CBF-A32C-8E34-2147-E0BD0B6F67EC}"/>
              </a:ext>
            </a:extLst>
          </p:cNvPr>
          <p:cNvCxnSpPr>
            <a:cxnSpLocks/>
            <a:stCxn id="17" idx="5"/>
            <a:endCxn id="23" idx="1"/>
          </p:cNvCxnSpPr>
          <p:nvPr/>
        </p:nvCxnSpPr>
        <p:spPr bwMode="gray">
          <a:xfrm>
            <a:off x="1011952" y="3646004"/>
            <a:ext cx="396664" cy="257659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1F685B6-FFE1-EFE9-5302-A84F50A45CE7}"/>
              </a:ext>
            </a:extLst>
          </p:cNvPr>
          <p:cNvCxnSpPr>
            <a:cxnSpLocks/>
            <a:stCxn id="18" idx="3"/>
            <a:endCxn id="23" idx="7"/>
          </p:cNvCxnSpPr>
          <p:nvPr/>
        </p:nvCxnSpPr>
        <p:spPr bwMode="gray">
          <a:xfrm flipH="1">
            <a:off x="1561352" y="3646004"/>
            <a:ext cx="521976" cy="257659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B06C3CA-C9AB-8110-FDDA-CD0206EF1505}"/>
              </a:ext>
            </a:extLst>
          </p:cNvPr>
          <p:cNvCxnSpPr>
            <a:cxnSpLocks/>
            <a:stCxn id="18" idx="4"/>
            <a:endCxn id="22" idx="0"/>
          </p:cNvCxnSpPr>
          <p:nvPr/>
        </p:nvCxnSpPr>
        <p:spPr bwMode="gray">
          <a:xfrm>
            <a:off x="2159696" y="3677636"/>
            <a:ext cx="0" cy="338435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06EC97F-FA0E-2F84-2809-E26CD9E56F89}"/>
              </a:ext>
            </a:extLst>
          </p:cNvPr>
          <p:cNvCxnSpPr>
            <a:cxnSpLocks/>
            <a:stCxn id="23" idx="3"/>
            <a:endCxn id="19" idx="7"/>
          </p:cNvCxnSpPr>
          <p:nvPr/>
        </p:nvCxnSpPr>
        <p:spPr bwMode="gray">
          <a:xfrm flipH="1">
            <a:off x="1011952" y="4056399"/>
            <a:ext cx="396664" cy="235983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0F500784-3803-8E63-E181-083D52C67EE6}"/>
                  </a:ext>
                </a:extLst>
              </p:cNvPr>
              <p:cNvSpPr/>
              <p:nvPr/>
            </p:nvSpPr>
            <p:spPr bwMode="gray">
              <a:xfrm>
                <a:off x="827584" y="3461636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0F500784-3803-8E63-E181-083D52C67EE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27584" y="3461636"/>
                <a:ext cx="216000" cy="216000"/>
              </a:xfrm>
              <a:prstGeom prst="ellipse">
                <a:avLst/>
              </a:prstGeom>
              <a:blipFill>
                <a:blip r:embed="rId6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6AEC2147-B320-8F99-0E15-85F30E3A8185}"/>
                  </a:ext>
                </a:extLst>
              </p:cNvPr>
              <p:cNvSpPr/>
              <p:nvPr/>
            </p:nvSpPr>
            <p:spPr bwMode="gray">
              <a:xfrm>
                <a:off x="2051696" y="3461636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6AEC2147-B320-8F99-0E15-85F30E3A818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051696" y="3461636"/>
                <a:ext cx="216000" cy="216000"/>
              </a:xfrm>
              <a:prstGeom prst="ellipse">
                <a:avLst/>
              </a:prstGeom>
              <a:blipFill>
                <a:blip r:embed="rId7"/>
                <a:stretch>
                  <a:fillRect l="-10526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E688B262-DF1D-A9CB-A4E9-BB97936980AA}"/>
                  </a:ext>
                </a:extLst>
              </p:cNvPr>
              <p:cNvSpPr/>
              <p:nvPr/>
            </p:nvSpPr>
            <p:spPr bwMode="gray">
              <a:xfrm>
                <a:off x="827584" y="4260750"/>
                <a:ext cx="216000" cy="216000"/>
              </a:xfrm>
              <a:prstGeom prst="ellipse">
                <a:avLst/>
              </a:prstGeom>
              <a:noFill/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E688B262-DF1D-A9CB-A4E9-BB97936980A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27584" y="4260750"/>
                <a:ext cx="216000" cy="216000"/>
              </a:xfrm>
              <a:prstGeom prst="ellipse">
                <a:avLst/>
              </a:prstGeom>
              <a:blipFill>
                <a:blip r:embed="rId8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A77FBDC2-D469-074D-8485-6D6329CEDB2A}"/>
                  </a:ext>
                </a:extLst>
              </p:cNvPr>
              <p:cNvSpPr/>
              <p:nvPr/>
            </p:nvSpPr>
            <p:spPr bwMode="gray">
              <a:xfrm>
                <a:off x="2051696" y="4548806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A77FBDC2-D469-074D-8485-6D6329CEDB2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051696" y="4548806"/>
                <a:ext cx="216000" cy="216000"/>
              </a:xfrm>
              <a:prstGeom prst="ellipse">
                <a:avLst/>
              </a:prstGeom>
              <a:blipFill>
                <a:blip r:embed="rId9"/>
                <a:stretch>
                  <a:fillRect l="-10526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5ECDD2F-8385-8B1F-124E-258C500F7E05}"/>
              </a:ext>
            </a:extLst>
          </p:cNvPr>
          <p:cNvCxnSpPr>
            <a:cxnSpLocks/>
            <a:stCxn id="22" idx="4"/>
            <a:endCxn id="20" idx="0"/>
          </p:cNvCxnSpPr>
          <p:nvPr/>
        </p:nvCxnSpPr>
        <p:spPr bwMode="gray">
          <a:xfrm>
            <a:off x="2159696" y="4232071"/>
            <a:ext cx="0" cy="316735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4FAF1E97-CDF9-CA1C-ECB4-054696710DC9}"/>
                  </a:ext>
                </a:extLst>
              </p:cNvPr>
              <p:cNvSpPr/>
              <p:nvPr/>
            </p:nvSpPr>
            <p:spPr bwMode="gray">
              <a:xfrm>
                <a:off x="2051696" y="4016071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4FAF1E97-CDF9-CA1C-ECB4-054696710DC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051696" y="4016071"/>
                <a:ext cx="216000" cy="216000"/>
              </a:xfrm>
              <a:prstGeom prst="ellipse">
                <a:avLst/>
              </a:prstGeom>
              <a:blipFill>
                <a:blip r:embed="rId10"/>
                <a:stretch>
                  <a:fillRect l="-10526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A84522ED-3392-A8CA-1523-DCF3929661C3}"/>
                  </a:ext>
                </a:extLst>
              </p:cNvPr>
              <p:cNvSpPr/>
              <p:nvPr/>
            </p:nvSpPr>
            <p:spPr bwMode="gray">
              <a:xfrm>
                <a:off x="1376984" y="3872031"/>
                <a:ext cx="216000" cy="216000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A84522ED-3392-A8CA-1523-DCF3929661C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376984" y="3872031"/>
                <a:ext cx="216000" cy="216000"/>
              </a:xfrm>
              <a:prstGeom prst="ellipse">
                <a:avLst/>
              </a:prstGeom>
              <a:blipFill>
                <a:blip r:embed="rId11"/>
                <a:stretch>
                  <a:fillRect l="-11111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03760A86-73AD-662A-5CFF-96E279F78D8C}"/>
                  </a:ext>
                </a:extLst>
              </p:cNvPr>
              <p:cNvSpPr/>
              <p:nvPr/>
            </p:nvSpPr>
            <p:spPr bwMode="gray">
              <a:xfrm>
                <a:off x="1381320" y="4620814"/>
                <a:ext cx="216000" cy="216000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03760A86-73AD-662A-5CFF-96E279F78D8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381320" y="4620814"/>
                <a:ext cx="216000" cy="216000"/>
              </a:xfrm>
              <a:prstGeom prst="ellipse">
                <a:avLst/>
              </a:prstGeom>
              <a:blipFill>
                <a:blip r:embed="rId12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A798180-31A6-5E5A-7B96-A52BF25C457E}"/>
              </a:ext>
            </a:extLst>
          </p:cNvPr>
          <p:cNvCxnSpPr>
            <a:cxnSpLocks/>
            <a:stCxn id="19" idx="5"/>
            <a:endCxn id="24" idx="1"/>
          </p:cNvCxnSpPr>
          <p:nvPr/>
        </p:nvCxnSpPr>
        <p:spPr bwMode="gray">
          <a:xfrm>
            <a:off x="1011952" y="4445118"/>
            <a:ext cx="401000" cy="207328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765C53A0-B11F-385F-E2B1-A6C452F39A84}"/>
              </a:ext>
            </a:extLst>
          </p:cNvPr>
          <p:cNvCxnSpPr>
            <a:cxnSpLocks/>
            <a:stCxn id="23" idx="4"/>
            <a:endCxn id="24" idx="0"/>
          </p:cNvCxnSpPr>
          <p:nvPr/>
        </p:nvCxnSpPr>
        <p:spPr bwMode="gray">
          <a:xfrm>
            <a:off x="1484984" y="4088031"/>
            <a:ext cx="4336" cy="532783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CC2C7BC-1754-BB3E-94A2-0CF89EEEC251}"/>
              </a:ext>
            </a:extLst>
          </p:cNvPr>
          <p:cNvCxnSpPr>
            <a:cxnSpLocks/>
            <a:stCxn id="23" idx="6"/>
            <a:endCxn id="22" idx="2"/>
          </p:cNvCxnSpPr>
          <p:nvPr/>
        </p:nvCxnSpPr>
        <p:spPr bwMode="gray">
          <a:xfrm>
            <a:off x="1592984" y="3980031"/>
            <a:ext cx="458712" cy="144040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CBA438F5-20C6-B3A3-007A-D11F34E42454}"/>
              </a:ext>
            </a:extLst>
          </p:cNvPr>
          <p:cNvSpPr txBox="1"/>
          <p:nvPr/>
        </p:nvSpPr>
        <p:spPr bwMode="gray">
          <a:xfrm>
            <a:off x="2870914" y="3183818"/>
            <a:ext cx="1070638" cy="21602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US" sz="1000" dirty="0">
                <a:solidFill>
                  <a:srgbClr val="C00000"/>
                </a:solidFill>
              </a:rPr>
              <a:t>Cliques of size 1</a:t>
            </a:r>
            <a:endParaRPr lang="x-none" sz="1000" dirty="0">
              <a:solidFill>
                <a:srgbClr val="C00000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F73CEE6-306E-1020-6520-01B7382A3C62}"/>
              </a:ext>
            </a:extLst>
          </p:cNvPr>
          <p:cNvSpPr txBox="1"/>
          <p:nvPr/>
        </p:nvSpPr>
        <p:spPr bwMode="gray">
          <a:xfrm>
            <a:off x="4626298" y="3183818"/>
            <a:ext cx="1070638" cy="21602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US" sz="1000" dirty="0">
                <a:solidFill>
                  <a:srgbClr val="C00000"/>
                </a:solidFill>
              </a:rPr>
              <a:t>Cliques of size 2</a:t>
            </a:r>
            <a:endParaRPr lang="x-none" sz="1000" dirty="0">
              <a:solidFill>
                <a:srgbClr val="C00000"/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2C435F1-54DC-FE03-F6DC-6FC4A8DFAADD}"/>
              </a:ext>
            </a:extLst>
          </p:cNvPr>
          <p:cNvSpPr txBox="1"/>
          <p:nvPr/>
        </p:nvSpPr>
        <p:spPr bwMode="gray">
          <a:xfrm>
            <a:off x="6381682" y="3183818"/>
            <a:ext cx="1070638" cy="21602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US" sz="1000" dirty="0">
                <a:solidFill>
                  <a:srgbClr val="C00000"/>
                </a:solidFill>
              </a:rPr>
              <a:t>Cliques of size 3</a:t>
            </a:r>
            <a:endParaRPr lang="x-none" sz="1000" dirty="0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A64E7070-39B5-58EB-CD2F-20A99B3B20EE}"/>
                  </a:ext>
                </a:extLst>
              </p:cNvPr>
              <p:cNvSpPr/>
              <p:nvPr/>
            </p:nvSpPr>
            <p:spPr bwMode="gray">
              <a:xfrm>
                <a:off x="2997895" y="3512659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A64E7070-39B5-58EB-CD2F-20A99B3B20E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997895" y="3512659"/>
                <a:ext cx="216000" cy="216000"/>
              </a:xfrm>
              <a:prstGeom prst="ellipse">
                <a:avLst/>
              </a:prstGeom>
              <a:blipFill>
                <a:blip r:embed="rId13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31988DE9-8D00-2A85-D98B-C1E2E6626215}"/>
                  </a:ext>
                </a:extLst>
              </p:cNvPr>
              <p:cNvSpPr/>
              <p:nvPr/>
            </p:nvSpPr>
            <p:spPr bwMode="gray">
              <a:xfrm>
                <a:off x="3516063" y="3512659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31988DE9-8D00-2A85-D98B-C1E2E662621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516063" y="3512659"/>
                <a:ext cx="216000" cy="216000"/>
              </a:xfrm>
              <a:prstGeom prst="ellipse">
                <a:avLst/>
              </a:prstGeom>
              <a:blipFill>
                <a:blip r:embed="rId14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6B902336-37BB-E67B-1078-2D63CBA57446}"/>
                  </a:ext>
                </a:extLst>
              </p:cNvPr>
              <p:cNvSpPr/>
              <p:nvPr/>
            </p:nvSpPr>
            <p:spPr bwMode="gray">
              <a:xfrm>
                <a:off x="2997895" y="3947420"/>
                <a:ext cx="216000" cy="216000"/>
              </a:xfrm>
              <a:prstGeom prst="ellipse">
                <a:avLst/>
              </a:prstGeom>
              <a:noFill/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6B902336-37BB-E67B-1078-2D63CBA5744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997895" y="3947420"/>
                <a:ext cx="216000" cy="216000"/>
              </a:xfrm>
              <a:prstGeom prst="ellipse">
                <a:avLst/>
              </a:prstGeom>
              <a:blipFill>
                <a:blip r:embed="rId15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2074A3EC-83EA-1634-2B71-2A5A2F872C89}"/>
                  </a:ext>
                </a:extLst>
              </p:cNvPr>
              <p:cNvSpPr/>
              <p:nvPr/>
            </p:nvSpPr>
            <p:spPr bwMode="gray">
              <a:xfrm>
                <a:off x="3522561" y="3947420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2074A3EC-83EA-1634-2B71-2A5A2F872C8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522561" y="3947420"/>
                <a:ext cx="216000" cy="216000"/>
              </a:xfrm>
              <a:prstGeom prst="ellipse">
                <a:avLst/>
              </a:prstGeom>
              <a:blipFill>
                <a:blip r:embed="rId16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82F97798-3A76-6C74-F7BC-4EA4424A8D50}"/>
                  </a:ext>
                </a:extLst>
              </p:cNvPr>
              <p:cNvSpPr/>
              <p:nvPr/>
            </p:nvSpPr>
            <p:spPr bwMode="gray">
              <a:xfrm>
                <a:off x="3510397" y="4382181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82F97798-3A76-6C74-F7BC-4EA4424A8D5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510397" y="4382181"/>
                <a:ext cx="216000" cy="216000"/>
              </a:xfrm>
              <a:prstGeom prst="ellipse">
                <a:avLst/>
              </a:prstGeom>
              <a:blipFill>
                <a:blip r:embed="rId17"/>
                <a:stretch>
                  <a:fillRect l="-11111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AB3FDB0E-1AD4-54A8-4E48-E4BBD9EE60F9}"/>
                  </a:ext>
                </a:extLst>
              </p:cNvPr>
              <p:cNvSpPr/>
              <p:nvPr/>
            </p:nvSpPr>
            <p:spPr bwMode="gray">
              <a:xfrm>
                <a:off x="2997895" y="4382181"/>
                <a:ext cx="216000" cy="216000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AB3FDB0E-1AD4-54A8-4E48-E4BBD9EE60F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997895" y="4382181"/>
                <a:ext cx="216000" cy="216000"/>
              </a:xfrm>
              <a:prstGeom prst="ellipse">
                <a:avLst/>
              </a:prstGeom>
              <a:blipFill>
                <a:blip r:embed="rId18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77D84BFD-D095-EF06-21CD-7B9FC0FC1D14}"/>
                  </a:ext>
                </a:extLst>
              </p:cNvPr>
              <p:cNvSpPr/>
              <p:nvPr/>
            </p:nvSpPr>
            <p:spPr bwMode="gray">
              <a:xfrm>
                <a:off x="2997895" y="4816941"/>
                <a:ext cx="216000" cy="216000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77D84BFD-D095-EF06-21CD-7B9FC0FC1D1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997895" y="4816941"/>
                <a:ext cx="216000" cy="216000"/>
              </a:xfrm>
              <a:prstGeom prst="ellipse">
                <a:avLst/>
              </a:prstGeom>
              <a:blipFill>
                <a:blip r:embed="rId19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8" name="Group 127">
            <a:extLst>
              <a:ext uri="{FF2B5EF4-FFF2-40B4-BE49-F238E27FC236}">
                <a16:creationId xmlns:a16="http://schemas.microsoft.com/office/drawing/2014/main" id="{0E1347DA-9B78-E2C3-E6AB-57EB6B664555}"/>
              </a:ext>
            </a:extLst>
          </p:cNvPr>
          <p:cNvGrpSpPr/>
          <p:nvPr/>
        </p:nvGrpSpPr>
        <p:grpSpPr>
          <a:xfrm>
            <a:off x="4308330" y="3506177"/>
            <a:ext cx="789101" cy="222482"/>
            <a:chOff x="4308330" y="3506177"/>
            <a:chExt cx="789101" cy="222482"/>
          </a:xfrm>
        </p:grpSpPr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89370D6D-B51E-9959-4728-0BEF052AE22B}"/>
                </a:ext>
              </a:extLst>
            </p:cNvPr>
            <p:cNvCxnSpPr>
              <a:cxnSpLocks/>
              <a:stCxn id="44" idx="6"/>
              <a:endCxn id="45" idx="2"/>
            </p:cNvCxnSpPr>
            <p:nvPr/>
          </p:nvCxnSpPr>
          <p:spPr bwMode="gray">
            <a:xfrm>
              <a:off x="4524330" y="3614177"/>
              <a:ext cx="357101" cy="6482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Oval 43">
                  <a:extLst>
                    <a:ext uri="{FF2B5EF4-FFF2-40B4-BE49-F238E27FC236}">
                      <a16:creationId xmlns:a16="http://schemas.microsoft.com/office/drawing/2014/main" id="{0855F962-FE6F-698F-275F-7C2E7BF046A5}"/>
                    </a:ext>
                  </a:extLst>
                </p:cNvPr>
                <p:cNvSpPr/>
                <p:nvPr/>
              </p:nvSpPr>
              <p:spPr bwMode="gray">
                <a:xfrm>
                  <a:off x="4308330" y="3506177"/>
                  <a:ext cx="216000" cy="21600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Bef>
                      <a:spcPts val="300"/>
                    </a:spcBef>
                    <a:spcAft>
                      <a:spcPts val="300"/>
                    </a:spcAft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x-none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4" name="Oval 43">
                  <a:extLst>
                    <a:ext uri="{FF2B5EF4-FFF2-40B4-BE49-F238E27FC236}">
                      <a16:creationId xmlns:a16="http://schemas.microsoft.com/office/drawing/2014/main" id="{0855F962-FE6F-698F-275F-7C2E7BF046A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gray">
                <a:xfrm>
                  <a:off x="4308330" y="3506177"/>
                  <a:ext cx="216000" cy="216000"/>
                </a:xfrm>
                <a:prstGeom prst="ellipse">
                  <a:avLst/>
                </a:prstGeom>
                <a:blipFill>
                  <a:blip r:embed="rId20"/>
                  <a:stretch>
                    <a:fillRect l="-5263"/>
                  </a:stretch>
                </a:blipFill>
                <a:ln w="952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Oval 44">
                  <a:extLst>
                    <a:ext uri="{FF2B5EF4-FFF2-40B4-BE49-F238E27FC236}">
                      <a16:creationId xmlns:a16="http://schemas.microsoft.com/office/drawing/2014/main" id="{1400153C-9C2A-66BF-9EEB-9AF7DC1D0156}"/>
                    </a:ext>
                  </a:extLst>
                </p:cNvPr>
                <p:cNvSpPr/>
                <p:nvPr/>
              </p:nvSpPr>
              <p:spPr bwMode="gray">
                <a:xfrm>
                  <a:off x="4881431" y="3512659"/>
                  <a:ext cx="216000" cy="216000"/>
                </a:xfrm>
                <a:prstGeom prst="ellipse">
                  <a:avLst/>
                </a:prstGeom>
                <a:solidFill>
                  <a:schemeClr val="bg1"/>
                </a:solidFill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Bef>
                      <a:spcPts val="300"/>
                    </a:spcBef>
                    <a:spcAft>
                      <a:spcPts val="300"/>
                    </a:spcAft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x-none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5" name="Oval 44">
                  <a:extLst>
                    <a:ext uri="{FF2B5EF4-FFF2-40B4-BE49-F238E27FC236}">
                      <a16:creationId xmlns:a16="http://schemas.microsoft.com/office/drawing/2014/main" id="{1400153C-9C2A-66BF-9EEB-9AF7DC1D015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gray">
                <a:xfrm>
                  <a:off x="4881431" y="3512659"/>
                  <a:ext cx="216000" cy="216000"/>
                </a:xfrm>
                <a:prstGeom prst="ellipse">
                  <a:avLst/>
                </a:prstGeom>
                <a:blipFill>
                  <a:blip r:embed="rId21"/>
                  <a:stretch>
                    <a:fillRect l="-11111"/>
                  </a:stretch>
                </a:blipFill>
                <a:ln w="952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752DEE58-ED04-D71E-A2A0-7AD51835A269}"/>
              </a:ext>
            </a:extLst>
          </p:cNvPr>
          <p:cNvGrpSpPr/>
          <p:nvPr/>
        </p:nvGrpSpPr>
        <p:grpSpPr>
          <a:xfrm>
            <a:off x="4308330" y="3843096"/>
            <a:ext cx="783858" cy="216000"/>
            <a:chOff x="4308330" y="3872031"/>
            <a:chExt cx="783858" cy="216000"/>
          </a:xfrm>
        </p:grpSpPr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25099FEA-F58E-A4A4-372D-565EEFAF3FA3}"/>
                </a:ext>
              </a:extLst>
            </p:cNvPr>
            <p:cNvCxnSpPr>
              <a:cxnSpLocks/>
              <a:stCxn id="52" idx="2"/>
              <a:endCxn id="51" idx="6"/>
            </p:cNvCxnSpPr>
            <p:nvPr/>
          </p:nvCxnSpPr>
          <p:spPr bwMode="gray">
            <a:xfrm flipH="1">
              <a:off x="4524330" y="3980031"/>
              <a:ext cx="35185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FB959D9E-BF67-F882-F9D8-AB3B5FF5CF32}"/>
                    </a:ext>
                  </a:extLst>
                </p:cNvPr>
                <p:cNvSpPr/>
                <p:nvPr/>
              </p:nvSpPr>
              <p:spPr bwMode="gray">
                <a:xfrm>
                  <a:off x="4308330" y="3872031"/>
                  <a:ext cx="216000" cy="216000"/>
                </a:xfrm>
                <a:prstGeom prst="ellipse">
                  <a:avLst/>
                </a:prstGeom>
                <a:noFill/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Bef>
                      <a:spcPts val="300"/>
                    </a:spcBef>
                    <a:spcAft>
                      <a:spcPts val="300"/>
                    </a:spcAft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x-none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FB959D9E-BF67-F882-F9D8-AB3B5FF5CF3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gray">
                <a:xfrm>
                  <a:off x="4308330" y="3872031"/>
                  <a:ext cx="216000" cy="216000"/>
                </a:xfrm>
                <a:prstGeom prst="ellipse">
                  <a:avLst/>
                </a:prstGeom>
                <a:blipFill>
                  <a:blip r:embed="rId22"/>
                  <a:stretch>
                    <a:fillRect l="-5263"/>
                  </a:stretch>
                </a:blipFill>
                <a:ln w="952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Oval 51">
                  <a:extLst>
                    <a:ext uri="{FF2B5EF4-FFF2-40B4-BE49-F238E27FC236}">
                      <a16:creationId xmlns:a16="http://schemas.microsoft.com/office/drawing/2014/main" id="{4099EBC4-B3D8-09B7-847D-C4B9C0AA507C}"/>
                    </a:ext>
                  </a:extLst>
                </p:cNvPr>
                <p:cNvSpPr/>
                <p:nvPr/>
              </p:nvSpPr>
              <p:spPr bwMode="gray">
                <a:xfrm>
                  <a:off x="4876188" y="3872031"/>
                  <a:ext cx="216000" cy="216000"/>
                </a:xfrm>
                <a:prstGeom prst="ellipse">
                  <a:avLst/>
                </a:prstGeom>
                <a:solidFill>
                  <a:schemeClr val="bg1"/>
                </a:solidFill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Bef>
                      <a:spcPts val="300"/>
                    </a:spcBef>
                    <a:spcAft>
                      <a:spcPts val="300"/>
                    </a:spcAft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x-none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2" name="Oval 51">
                  <a:extLst>
                    <a:ext uri="{FF2B5EF4-FFF2-40B4-BE49-F238E27FC236}">
                      <a16:creationId xmlns:a16="http://schemas.microsoft.com/office/drawing/2014/main" id="{4099EBC4-B3D8-09B7-847D-C4B9C0AA507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gray">
                <a:xfrm>
                  <a:off x="4876188" y="3872031"/>
                  <a:ext cx="216000" cy="216000"/>
                </a:xfrm>
                <a:prstGeom prst="ellipse">
                  <a:avLst/>
                </a:prstGeom>
                <a:blipFill>
                  <a:blip r:embed="rId23"/>
                  <a:stretch>
                    <a:fillRect l="-5263"/>
                  </a:stretch>
                </a:blipFill>
                <a:ln w="952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D6D3F82A-BB04-D473-F3C3-006CF7933983}"/>
              </a:ext>
            </a:extLst>
          </p:cNvPr>
          <p:cNvGrpSpPr/>
          <p:nvPr/>
        </p:nvGrpSpPr>
        <p:grpSpPr>
          <a:xfrm>
            <a:off x="4309685" y="4180015"/>
            <a:ext cx="787482" cy="219445"/>
            <a:chOff x="4309685" y="4282438"/>
            <a:chExt cx="787482" cy="21944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Oval 57">
                  <a:extLst>
                    <a:ext uri="{FF2B5EF4-FFF2-40B4-BE49-F238E27FC236}">
                      <a16:creationId xmlns:a16="http://schemas.microsoft.com/office/drawing/2014/main" id="{B4DB26ED-2709-8162-8523-7174850EB8BE}"/>
                    </a:ext>
                  </a:extLst>
                </p:cNvPr>
                <p:cNvSpPr/>
                <p:nvPr/>
              </p:nvSpPr>
              <p:spPr bwMode="gray">
                <a:xfrm>
                  <a:off x="4309685" y="4282438"/>
                  <a:ext cx="216000" cy="216000"/>
                </a:xfrm>
                <a:prstGeom prst="ellipse">
                  <a:avLst/>
                </a:prstGeom>
                <a:noFill/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Bef>
                      <a:spcPts val="300"/>
                    </a:spcBef>
                    <a:spcAft>
                      <a:spcPts val="300"/>
                    </a:spcAft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x-none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8" name="Oval 57">
                  <a:extLst>
                    <a:ext uri="{FF2B5EF4-FFF2-40B4-BE49-F238E27FC236}">
                      <a16:creationId xmlns:a16="http://schemas.microsoft.com/office/drawing/2014/main" id="{B4DB26ED-2709-8162-8523-7174850EB8B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gray">
                <a:xfrm>
                  <a:off x="4309685" y="4282438"/>
                  <a:ext cx="216000" cy="216000"/>
                </a:xfrm>
                <a:prstGeom prst="ellipse">
                  <a:avLst/>
                </a:prstGeom>
                <a:blipFill>
                  <a:blip r:embed="rId24"/>
                  <a:stretch>
                    <a:fillRect l="-5263"/>
                  </a:stretch>
                </a:blipFill>
                <a:ln w="952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Oval 58">
                  <a:extLst>
                    <a:ext uri="{FF2B5EF4-FFF2-40B4-BE49-F238E27FC236}">
                      <a16:creationId xmlns:a16="http://schemas.microsoft.com/office/drawing/2014/main" id="{9F17D38B-EE21-73E6-E2AD-88966AFC9980}"/>
                    </a:ext>
                  </a:extLst>
                </p:cNvPr>
                <p:cNvSpPr/>
                <p:nvPr/>
              </p:nvSpPr>
              <p:spPr bwMode="gray">
                <a:xfrm>
                  <a:off x="4881167" y="4285883"/>
                  <a:ext cx="216000" cy="216000"/>
                </a:xfrm>
                <a:prstGeom prst="ellipse">
                  <a:avLst/>
                </a:prstGeom>
                <a:solidFill>
                  <a:schemeClr val="bg1"/>
                </a:solidFill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Bef>
                      <a:spcPts val="300"/>
                    </a:spcBef>
                    <a:spcAft>
                      <a:spcPts val="300"/>
                    </a:spcAft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x-none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9" name="Oval 58">
                  <a:extLst>
                    <a:ext uri="{FF2B5EF4-FFF2-40B4-BE49-F238E27FC236}">
                      <a16:creationId xmlns:a16="http://schemas.microsoft.com/office/drawing/2014/main" id="{9F17D38B-EE21-73E6-E2AD-88966AFC998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gray">
                <a:xfrm>
                  <a:off x="4881167" y="4285883"/>
                  <a:ext cx="216000" cy="216000"/>
                </a:xfrm>
                <a:prstGeom prst="ellipse">
                  <a:avLst/>
                </a:prstGeom>
                <a:blipFill>
                  <a:blip r:embed="rId25"/>
                  <a:stretch>
                    <a:fillRect l="-11111"/>
                  </a:stretch>
                </a:blipFill>
                <a:ln w="952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FB5A850F-0649-D115-E415-FB75D2BF8C5F}"/>
                </a:ext>
              </a:extLst>
            </p:cNvPr>
            <p:cNvCxnSpPr>
              <a:cxnSpLocks/>
              <a:stCxn id="58" idx="6"/>
              <a:endCxn id="59" idx="2"/>
            </p:cNvCxnSpPr>
            <p:nvPr/>
          </p:nvCxnSpPr>
          <p:spPr bwMode="gray">
            <a:xfrm>
              <a:off x="4525685" y="4390438"/>
              <a:ext cx="355482" cy="3445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76A28B2D-2875-CADC-526E-B4977C7A0DA6}"/>
              </a:ext>
            </a:extLst>
          </p:cNvPr>
          <p:cNvGrpSpPr/>
          <p:nvPr/>
        </p:nvGrpSpPr>
        <p:grpSpPr>
          <a:xfrm>
            <a:off x="4308330" y="4520379"/>
            <a:ext cx="783858" cy="221573"/>
            <a:chOff x="4308330" y="4538873"/>
            <a:chExt cx="783858" cy="22157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Oval 65">
                  <a:extLst>
                    <a:ext uri="{FF2B5EF4-FFF2-40B4-BE49-F238E27FC236}">
                      <a16:creationId xmlns:a16="http://schemas.microsoft.com/office/drawing/2014/main" id="{6C25AF46-D60D-A18E-67CC-41F4D4A0C8B4}"/>
                    </a:ext>
                  </a:extLst>
                </p:cNvPr>
                <p:cNvSpPr/>
                <p:nvPr/>
              </p:nvSpPr>
              <p:spPr bwMode="gray">
                <a:xfrm>
                  <a:off x="4308330" y="4538873"/>
                  <a:ext cx="216000" cy="216000"/>
                </a:xfrm>
                <a:prstGeom prst="ellipse">
                  <a:avLst/>
                </a:prstGeom>
                <a:solidFill>
                  <a:schemeClr val="bg1"/>
                </a:solidFill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Bef>
                      <a:spcPts val="300"/>
                    </a:spcBef>
                    <a:spcAft>
                      <a:spcPts val="300"/>
                    </a:spcAft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x-none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6" name="Oval 65">
                  <a:extLst>
                    <a:ext uri="{FF2B5EF4-FFF2-40B4-BE49-F238E27FC236}">
                      <a16:creationId xmlns:a16="http://schemas.microsoft.com/office/drawing/2014/main" id="{6C25AF46-D60D-A18E-67CC-41F4D4A0C8B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gray">
                <a:xfrm>
                  <a:off x="4308330" y="4538873"/>
                  <a:ext cx="216000" cy="216000"/>
                </a:xfrm>
                <a:prstGeom prst="ellipse">
                  <a:avLst/>
                </a:prstGeom>
                <a:blipFill>
                  <a:blip r:embed="rId26"/>
                  <a:stretch>
                    <a:fillRect l="-5263"/>
                  </a:stretch>
                </a:blipFill>
                <a:ln w="952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978C6375-A0E2-E7F7-726B-DCBEECCA89ED}"/>
                    </a:ext>
                  </a:extLst>
                </p:cNvPr>
                <p:cNvSpPr/>
                <p:nvPr/>
              </p:nvSpPr>
              <p:spPr bwMode="gray">
                <a:xfrm>
                  <a:off x="4876188" y="4544446"/>
                  <a:ext cx="216000" cy="216000"/>
                </a:xfrm>
                <a:prstGeom prst="ellipse">
                  <a:avLst/>
                </a:prstGeom>
                <a:solidFill>
                  <a:schemeClr val="bg1"/>
                </a:solidFill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Bef>
                      <a:spcPts val="300"/>
                    </a:spcBef>
                    <a:spcAft>
                      <a:spcPts val="300"/>
                    </a:spcAft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x-none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978C6375-A0E2-E7F7-726B-DCBEECCA89E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gray">
                <a:xfrm>
                  <a:off x="4876188" y="4544446"/>
                  <a:ext cx="216000" cy="216000"/>
                </a:xfrm>
                <a:prstGeom prst="ellipse">
                  <a:avLst/>
                </a:prstGeom>
                <a:blipFill>
                  <a:blip r:embed="rId27"/>
                  <a:stretch>
                    <a:fillRect l="-5263"/>
                  </a:stretch>
                </a:blipFill>
                <a:ln w="952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8" name="Straight Arrow Connector 67">
              <a:extLst>
                <a:ext uri="{FF2B5EF4-FFF2-40B4-BE49-F238E27FC236}">
                  <a16:creationId xmlns:a16="http://schemas.microsoft.com/office/drawing/2014/main" id="{09393B55-96A6-37C4-341A-E4F85FC4BE30}"/>
                </a:ext>
              </a:extLst>
            </p:cNvPr>
            <p:cNvCxnSpPr>
              <a:cxnSpLocks/>
              <a:stCxn id="66" idx="6"/>
              <a:endCxn id="67" idx="2"/>
            </p:cNvCxnSpPr>
            <p:nvPr/>
          </p:nvCxnSpPr>
          <p:spPr bwMode="gray">
            <a:xfrm>
              <a:off x="4524330" y="4646873"/>
              <a:ext cx="351858" cy="5573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BCC8311B-5580-FFE1-134B-2340C158D16C}"/>
              </a:ext>
            </a:extLst>
          </p:cNvPr>
          <p:cNvGrpSpPr/>
          <p:nvPr/>
        </p:nvGrpSpPr>
        <p:grpSpPr>
          <a:xfrm>
            <a:off x="4308330" y="4862873"/>
            <a:ext cx="783858" cy="216000"/>
            <a:chOff x="4308330" y="4862873"/>
            <a:chExt cx="783858" cy="216000"/>
          </a:xfrm>
        </p:grpSpPr>
        <p:cxnSp>
          <p:nvCxnSpPr>
            <p:cNvPr id="74" name="Straight Arrow Connector 73">
              <a:extLst>
                <a:ext uri="{FF2B5EF4-FFF2-40B4-BE49-F238E27FC236}">
                  <a16:creationId xmlns:a16="http://schemas.microsoft.com/office/drawing/2014/main" id="{43B7BB1E-B868-B29A-6063-00E61DBA2931}"/>
                </a:ext>
              </a:extLst>
            </p:cNvPr>
            <p:cNvCxnSpPr>
              <a:cxnSpLocks/>
              <a:stCxn id="75" idx="2"/>
              <a:endCxn id="76" idx="6"/>
            </p:cNvCxnSpPr>
            <p:nvPr/>
          </p:nvCxnSpPr>
          <p:spPr bwMode="gray">
            <a:xfrm flipH="1">
              <a:off x="4524330" y="4970873"/>
              <a:ext cx="35185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5" name="Oval 74">
                  <a:extLst>
                    <a:ext uri="{FF2B5EF4-FFF2-40B4-BE49-F238E27FC236}">
                      <a16:creationId xmlns:a16="http://schemas.microsoft.com/office/drawing/2014/main" id="{C563021A-DDA6-0C80-854D-182227587659}"/>
                    </a:ext>
                  </a:extLst>
                </p:cNvPr>
                <p:cNvSpPr/>
                <p:nvPr/>
              </p:nvSpPr>
              <p:spPr bwMode="gray">
                <a:xfrm>
                  <a:off x="4876188" y="4862873"/>
                  <a:ext cx="216000" cy="21600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Bef>
                      <a:spcPts val="300"/>
                    </a:spcBef>
                    <a:spcAft>
                      <a:spcPts val="300"/>
                    </a:spcAft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x-none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5" name="Oval 74">
                  <a:extLst>
                    <a:ext uri="{FF2B5EF4-FFF2-40B4-BE49-F238E27FC236}">
                      <a16:creationId xmlns:a16="http://schemas.microsoft.com/office/drawing/2014/main" id="{C563021A-DDA6-0C80-854D-18222758765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gray">
                <a:xfrm>
                  <a:off x="4876188" y="4862873"/>
                  <a:ext cx="216000" cy="216000"/>
                </a:xfrm>
                <a:prstGeom prst="ellipse">
                  <a:avLst/>
                </a:prstGeom>
                <a:blipFill>
                  <a:blip r:embed="rId28"/>
                  <a:stretch>
                    <a:fillRect l="-5263"/>
                  </a:stretch>
                </a:blipFill>
                <a:ln w="952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6" name="Oval 75">
                  <a:extLst>
                    <a:ext uri="{FF2B5EF4-FFF2-40B4-BE49-F238E27FC236}">
                      <a16:creationId xmlns:a16="http://schemas.microsoft.com/office/drawing/2014/main" id="{EA44726F-013C-8379-5D4B-E51C83B3415B}"/>
                    </a:ext>
                  </a:extLst>
                </p:cNvPr>
                <p:cNvSpPr/>
                <p:nvPr/>
              </p:nvSpPr>
              <p:spPr bwMode="gray">
                <a:xfrm>
                  <a:off x="4308330" y="4862873"/>
                  <a:ext cx="216000" cy="216000"/>
                </a:xfrm>
                <a:prstGeom prst="ellipse">
                  <a:avLst/>
                </a:prstGeom>
                <a:solidFill>
                  <a:schemeClr val="bg1"/>
                </a:solidFill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Bef>
                      <a:spcPts val="300"/>
                    </a:spcBef>
                    <a:spcAft>
                      <a:spcPts val="300"/>
                    </a:spcAft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x-none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6" name="Oval 75">
                  <a:extLst>
                    <a:ext uri="{FF2B5EF4-FFF2-40B4-BE49-F238E27FC236}">
                      <a16:creationId xmlns:a16="http://schemas.microsoft.com/office/drawing/2014/main" id="{EA44726F-013C-8379-5D4B-E51C83B3415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gray">
                <a:xfrm>
                  <a:off x="4308330" y="4862873"/>
                  <a:ext cx="216000" cy="216000"/>
                </a:xfrm>
                <a:prstGeom prst="ellipse">
                  <a:avLst/>
                </a:prstGeom>
                <a:blipFill>
                  <a:blip r:embed="rId29"/>
                  <a:stretch>
                    <a:fillRect l="-5263"/>
                  </a:stretch>
                </a:blipFill>
                <a:ln w="952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9230F757-4B6A-0E4B-E6D8-A8AEF3A90D66}"/>
              </a:ext>
            </a:extLst>
          </p:cNvPr>
          <p:cNvGrpSpPr/>
          <p:nvPr/>
        </p:nvGrpSpPr>
        <p:grpSpPr>
          <a:xfrm>
            <a:off x="5232250" y="3512004"/>
            <a:ext cx="779058" cy="216655"/>
            <a:chOff x="5232250" y="3512004"/>
            <a:chExt cx="779058" cy="21665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6" name="Oval 85">
                  <a:extLst>
                    <a:ext uri="{FF2B5EF4-FFF2-40B4-BE49-F238E27FC236}">
                      <a16:creationId xmlns:a16="http://schemas.microsoft.com/office/drawing/2014/main" id="{E8AC062F-869E-C427-6CC1-50403A642B03}"/>
                    </a:ext>
                  </a:extLst>
                </p:cNvPr>
                <p:cNvSpPr/>
                <p:nvPr/>
              </p:nvSpPr>
              <p:spPr bwMode="gray">
                <a:xfrm>
                  <a:off x="5795308" y="3512659"/>
                  <a:ext cx="216000" cy="21600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Bef>
                      <a:spcPts val="300"/>
                    </a:spcBef>
                    <a:spcAft>
                      <a:spcPts val="300"/>
                    </a:spcAft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x-none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6" name="Oval 85">
                  <a:extLst>
                    <a:ext uri="{FF2B5EF4-FFF2-40B4-BE49-F238E27FC236}">
                      <a16:creationId xmlns:a16="http://schemas.microsoft.com/office/drawing/2014/main" id="{E8AC062F-869E-C427-6CC1-50403A642B0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gray">
                <a:xfrm>
                  <a:off x="5795308" y="3512659"/>
                  <a:ext cx="216000" cy="216000"/>
                </a:xfrm>
                <a:prstGeom prst="ellipse">
                  <a:avLst/>
                </a:prstGeom>
                <a:blipFill>
                  <a:blip r:embed="rId30"/>
                  <a:stretch>
                    <a:fillRect l="-11111"/>
                  </a:stretch>
                </a:blipFill>
                <a:ln w="952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7" name="Oval 86">
                  <a:extLst>
                    <a:ext uri="{FF2B5EF4-FFF2-40B4-BE49-F238E27FC236}">
                      <a16:creationId xmlns:a16="http://schemas.microsoft.com/office/drawing/2014/main" id="{37C87C01-7043-0D86-1289-6A963EC54B1A}"/>
                    </a:ext>
                  </a:extLst>
                </p:cNvPr>
                <p:cNvSpPr/>
                <p:nvPr/>
              </p:nvSpPr>
              <p:spPr bwMode="gray">
                <a:xfrm>
                  <a:off x="5232250" y="3512004"/>
                  <a:ext cx="216000" cy="216000"/>
                </a:xfrm>
                <a:prstGeom prst="ellipse">
                  <a:avLst/>
                </a:prstGeom>
                <a:solidFill>
                  <a:schemeClr val="bg1"/>
                </a:solidFill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Bef>
                      <a:spcPts val="300"/>
                    </a:spcBef>
                    <a:spcAft>
                      <a:spcPts val="300"/>
                    </a:spcAft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x-none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7" name="Oval 86">
                  <a:extLst>
                    <a:ext uri="{FF2B5EF4-FFF2-40B4-BE49-F238E27FC236}">
                      <a16:creationId xmlns:a16="http://schemas.microsoft.com/office/drawing/2014/main" id="{37C87C01-7043-0D86-1289-6A963EC54B1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gray">
                <a:xfrm>
                  <a:off x="5232250" y="3512004"/>
                  <a:ext cx="216000" cy="216000"/>
                </a:xfrm>
                <a:prstGeom prst="ellipse">
                  <a:avLst/>
                </a:prstGeom>
                <a:blipFill>
                  <a:blip r:embed="rId31"/>
                  <a:stretch>
                    <a:fillRect l="-10526"/>
                  </a:stretch>
                </a:blipFill>
                <a:ln w="952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8" name="Straight Arrow Connector 87">
              <a:extLst>
                <a:ext uri="{FF2B5EF4-FFF2-40B4-BE49-F238E27FC236}">
                  <a16:creationId xmlns:a16="http://schemas.microsoft.com/office/drawing/2014/main" id="{5D82183E-9AC1-6D53-1A9E-CADD9703A6D2}"/>
                </a:ext>
              </a:extLst>
            </p:cNvPr>
            <p:cNvCxnSpPr>
              <a:cxnSpLocks/>
              <a:stCxn id="87" idx="6"/>
              <a:endCxn id="86" idx="2"/>
            </p:cNvCxnSpPr>
            <p:nvPr/>
          </p:nvCxnSpPr>
          <p:spPr bwMode="gray">
            <a:xfrm>
              <a:off x="5448250" y="3620004"/>
              <a:ext cx="347058" cy="655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4D7AEE56-6C5B-BBE8-827F-F78417DE5ACC}"/>
              </a:ext>
            </a:extLst>
          </p:cNvPr>
          <p:cNvGrpSpPr/>
          <p:nvPr/>
        </p:nvGrpSpPr>
        <p:grpSpPr>
          <a:xfrm>
            <a:off x="5228046" y="3838330"/>
            <a:ext cx="783262" cy="220766"/>
            <a:chOff x="5228046" y="3867265"/>
            <a:chExt cx="783262" cy="220766"/>
          </a:xfrm>
        </p:grpSpPr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8B0CB079-871A-6A70-8591-BF041D04FF8A}"/>
                </a:ext>
              </a:extLst>
            </p:cNvPr>
            <p:cNvCxnSpPr>
              <a:cxnSpLocks/>
              <a:stCxn id="94" idx="6"/>
              <a:endCxn id="95" idx="2"/>
            </p:cNvCxnSpPr>
            <p:nvPr/>
          </p:nvCxnSpPr>
          <p:spPr bwMode="gray">
            <a:xfrm>
              <a:off x="5444046" y="3975265"/>
              <a:ext cx="351262" cy="4766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4" name="Oval 93">
                  <a:extLst>
                    <a:ext uri="{FF2B5EF4-FFF2-40B4-BE49-F238E27FC236}">
                      <a16:creationId xmlns:a16="http://schemas.microsoft.com/office/drawing/2014/main" id="{8A4AB975-99B7-9BB9-C6D5-A435746F1FF6}"/>
                    </a:ext>
                  </a:extLst>
                </p:cNvPr>
                <p:cNvSpPr/>
                <p:nvPr/>
              </p:nvSpPr>
              <p:spPr bwMode="gray">
                <a:xfrm>
                  <a:off x="5228046" y="3867265"/>
                  <a:ext cx="216000" cy="21600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Bef>
                      <a:spcPts val="300"/>
                    </a:spcBef>
                    <a:spcAft>
                      <a:spcPts val="300"/>
                    </a:spcAft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x-none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94" name="Oval 93">
                  <a:extLst>
                    <a:ext uri="{FF2B5EF4-FFF2-40B4-BE49-F238E27FC236}">
                      <a16:creationId xmlns:a16="http://schemas.microsoft.com/office/drawing/2014/main" id="{8A4AB975-99B7-9BB9-C6D5-A435746F1FF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gray">
                <a:xfrm>
                  <a:off x="5228046" y="3867265"/>
                  <a:ext cx="216000" cy="216000"/>
                </a:xfrm>
                <a:prstGeom prst="ellipse">
                  <a:avLst/>
                </a:prstGeom>
                <a:blipFill>
                  <a:blip r:embed="rId32"/>
                  <a:stretch>
                    <a:fillRect l="-10526"/>
                  </a:stretch>
                </a:blipFill>
                <a:ln w="952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5" name="Oval 94">
                  <a:extLst>
                    <a:ext uri="{FF2B5EF4-FFF2-40B4-BE49-F238E27FC236}">
                      <a16:creationId xmlns:a16="http://schemas.microsoft.com/office/drawing/2014/main" id="{CF5A1BE2-2B17-9714-EE3E-91DC9922A7B3}"/>
                    </a:ext>
                  </a:extLst>
                </p:cNvPr>
                <p:cNvSpPr/>
                <p:nvPr/>
              </p:nvSpPr>
              <p:spPr bwMode="gray">
                <a:xfrm>
                  <a:off x="5795308" y="3872031"/>
                  <a:ext cx="216000" cy="21600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Bef>
                      <a:spcPts val="300"/>
                    </a:spcBef>
                    <a:spcAft>
                      <a:spcPts val="300"/>
                    </a:spcAft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x-none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95" name="Oval 94">
                  <a:extLst>
                    <a:ext uri="{FF2B5EF4-FFF2-40B4-BE49-F238E27FC236}">
                      <a16:creationId xmlns:a16="http://schemas.microsoft.com/office/drawing/2014/main" id="{CF5A1BE2-2B17-9714-EE3E-91DC9922A7B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gray">
                <a:xfrm>
                  <a:off x="5795308" y="3872031"/>
                  <a:ext cx="216000" cy="216000"/>
                </a:xfrm>
                <a:prstGeom prst="ellipse">
                  <a:avLst/>
                </a:prstGeom>
                <a:blipFill>
                  <a:blip r:embed="rId33"/>
                  <a:stretch>
                    <a:fillRect l="-11111"/>
                  </a:stretch>
                </a:blipFill>
                <a:ln w="952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3EE4257D-6C82-9A1F-8C02-D2F2A5FAFC84}"/>
              </a:ext>
            </a:extLst>
          </p:cNvPr>
          <p:cNvGrpSpPr/>
          <p:nvPr/>
        </p:nvGrpSpPr>
        <p:grpSpPr>
          <a:xfrm>
            <a:off x="5231222" y="4183460"/>
            <a:ext cx="780086" cy="216000"/>
            <a:chOff x="5228046" y="4260750"/>
            <a:chExt cx="780086" cy="21600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1" name="Oval 100">
                  <a:extLst>
                    <a:ext uri="{FF2B5EF4-FFF2-40B4-BE49-F238E27FC236}">
                      <a16:creationId xmlns:a16="http://schemas.microsoft.com/office/drawing/2014/main" id="{2D635874-DF23-D911-A075-13B89991F860}"/>
                    </a:ext>
                  </a:extLst>
                </p:cNvPr>
                <p:cNvSpPr/>
                <p:nvPr/>
              </p:nvSpPr>
              <p:spPr bwMode="gray">
                <a:xfrm>
                  <a:off x="5792132" y="4260750"/>
                  <a:ext cx="216000" cy="21600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Bef>
                      <a:spcPts val="300"/>
                    </a:spcBef>
                    <a:spcAft>
                      <a:spcPts val="300"/>
                    </a:spcAft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7</m:t>
                            </m:r>
                          </m:sub>
                        </m:sSub>
                      </m:oMath>
                    </m:oMathPara>
                  </a14:m>
                  <a:endParaRPr lang="x-none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1" name="Oval 100">
                  <a:extLst>
                    <a:ext uri="{FF2B5EF4-FFF2-40B4-BE49-F238E27FC236}">
                      <a16:creationId xmlns:a16="http://schemas.microsoft.com/office/drawing/2014/main" id="{2D635874-DF23-D911-A075-13B89991F86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gray">
                <a:xfrm>
                  <a:off x="5792132" y="4260750"/>
                  <a:ext cx="216000" cy="216000"/>
                </a:xfrm>
                <a:prstGeom prst="ellipse">
                  <a:avLst/>
                </a:prstGeom>
                <a:blipFill>
                  <a:blip r:embed="rId34"/>
                  <a:stretch>
                    <a:fillRect l="-11111"/>
                  </a:stretch>
                </a:blipFill>
                <a:ln w="952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2" name="Straight Arrow Connector 101">
              <a:extLst>
                <a:ext uri="{FF2B5EF4-FFF2-40B4-BE49-F238E27FC236}">
                  <a16:creationId xmlns:a16="http://schemas.microsoft.com/office/drawing/2014/main" id="{D755C079-CE25-780E-46F3-5040AF821D74}"/>
                </a:ext>
              </a:extLst>
            </p:cNvPr>
            <p:cNvCxnSpPr>
              <a:cxnSpLocks/>
              <a:stCxn id="103" idx="6"/>
              <a:endCxn id="101" idx="2"/>
            </p:cNvCxnSpPr>
            <p:nvPr/>
          </p:nvCxnSpPr>
          <p:spPr bwMode="gray">
            <a:xfrm>
              <a:off x="5444046" y="4368750"/>
              <a:ext cx="348086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3" name="Oval 102">
                  <a:extLst>
                    <a:ext uri="{FF2B5EF4-FFF2-40B4-BE49-F238E27FC236}">
                      <a16:creationId xmlns:a16="http://schemas.microsoft.com/office/drawing/2014/main" id="{7156A5CA-E12D-54E9-E1B0-C81262E560CB}"/>
                    </a:ext>
                  </a:extLst>
                </p:cNvPr>
                <p:cNvSpPr/>
                <p:nvPr/>
              </p:nvSpPr>
              <p:spPr bwMode="gray">
                <a:xfrm>
                  <a:off x="5228046" y="4260750"/>
                  <a:ext cx="216000" cy="21600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Bef>
                      <a:spcPts val="300"/>
                    </a:spcBef>
                    <a:spcAft>
                      <a:spcPts val="300"/>
                    </a:spcAft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x-none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3" name="Oval 102">
                  <a:extLst>
                    <a:ext uri="{FF2B5EF4-FFF2-40B4-BE49-F238E27FC236}">
                      <a16:creationId xmlns:a16="http://schemas.microsoft.com/office/drawing/2014/main" id="{7156A5CA-E12D-54E9-E1B0-C81262E560C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gray">
                <a:xfrm>
                  <a:off x="5228046" y="4260750"/>
                  <a:ext cx="216000" cy="216000"/>
                </a:xfrm>
                <a:prstGeom prst="ellipse">
                  <a:avLst/>
                </a:prstGeom>
                <a:blipFill>
                  <a:blip r:embed="rId35"/>
                  <a:stretch>
                    <a:fillRect l="-10526"/>
                  </a:stretch>
                </a:blipFill>
                <a:ln w="952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5764A8F2-81F2-D600-FC68-E07D1064A474}"/>
              </a:ext>
            </a:extLst>
          </p:cNvPr>
          <p:cNvGrpSpPr/>
          <p:nvPr/>
        </p:nvGrpSpPr>
        <p:grpSpPr>
          <a:xfrm>
            <a:off x="6431614" y="3579886"/>
            <a:ext cx="769736" cy="648024"/>
            <a:chOff x="6391766" y="3629062"/>
            <a:chExt cx="769736" cy="648024"/>
          </a:xfrm>
        </p:grpSpPr>
        <p:cxnSp>
          <p:nvCxnSpPr>
            <p:cNvPr id="110" name="Straight Arrow Connector 109">
              <a:extLst>
                <a:ext uri="{FF2B5EF4-FFF2-40B4-BE49-F238E27FC236}">
                  <a16:creationId xmlns:a16="http://schemas.microsoft.com/office/drawing/2014/main" id="{BE196533-B04D-0A02-634A-9B516B98A17D}"/>
                </a:ext>
              </a:extLst>
            </p:cNvPr>
            <p:cNvCxnSpPr>
              <a:cxnSpLocks/>
              <a:stCxn id="112" idx="3"/>
              <a:endCxn id="111" idx="7"/>
            </p:cNvCxnSpPr>
            <p:nvPr/>
          </p:nvCxnSpPr>
          <p:spPr bwMode="gray">
            <a:xfrm flipH="1">
              <a:off x="6576134" y="3813430"/>
              <a:ext cx="396664" cy="81563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1" name="Oval 110">
                  <a:extLst>
                    <a:ext uri="{FF2B5EF4-FFF2-40B4-BE49-F238E27FC236}">
                      <a16:creationId xmlns:a16="http://schemas.microsoft.com/office/drawing/2014/main" id="{2489376B-A015-EDAA-F080-56E67A4DF2B3}"/>
                    </a:ext>
                  </a:extLst>
                </p:cNvPr>
                <p:cNvSpPr/>
                <p:nvPr/>
              </p:nvSpPr>
              <p:spPr bwMode="gray">
                <a:xfrm>
                  <a:off x="6391766" y="3863361"/>
                  <a:ext cx="216000" cy="216000"/>
                </a:xfrm>
                <a:prstGeom prst="ellipse">
                  <a:avLst/>
                </a:prstGeom>
                <a:noFill/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Bef>
                      <a:spcPts val="300"/>
                    </a:spcBef>
                    <a:spcAft>
                      <a:spcPts val="300"/>
                    </a:spcAft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x-none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1" name="Oval 110">
                  <a:extLst>
                    <a:ext uri="{FF2B5EF4-FFF2-40B4-BE49-F238E27FC236}">
                      <a16:creationId xmlns:a16="http://schemas.microsoft.com/office/drawing/2014/main" id="{2489376B-A015-EDAA-F080-56E67A4DF2B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gray">
                <a:xfrm>
                  <a:off x="6391766" y="3863361"/>
                  <a:ext cx="216000" cy="216000"/>
                </a:xfrm>
                <a:prstGeom prst="ellipse">
                  <a:avLst/>
                </a:prstGeom>
                <a:blipFill>
                  <a:blip r:embed="rId36"/>
                  <a:stretch>
                    <a:fillRect l="-5263"/>
                  </a:stretch>
                </a:blipFill>
                <a:ln w="952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2" name="Oval 111">
                  <a:extLst>
                    <a:ext uri="{FF2B5EF4-FFF2-40B4-BE49-F238E27FC236}">
                      <a16:creationId xmlns:a16="http://schemas.microsoft.com/office/drawing/2014/main" id="{06FF5868-C96C-6A69-514F-E029438E30FE}"/>
                    </a:ext>
                  </a:extLst>
                </p:cNvPr>
                <p:cNvSpPr/>
                <p:nvPr/>
              </p:nvSpPr>
              <p:spPr bwMode="gray">
                <a:xfrm>
                  <a:off x="6941166" y="3629062"/>
                  <a:ext cx="216000" cy="216000"/>
                </a:xfrm>
                <a:prstGeom prst="ellipse">
                  <a:avLst/>
                </a:prstGeom>
                <a:solidFill>
                  <a:schemeClr val="bg1"/>
                </a:solidFill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Bef>
                      <a:spcPts val="300"/>
                    </a:spcBef>
                    <a:spcAft>
                      <a:spcPts val="300"/>
                    </a:spcAft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x-none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2" name="Oval 111">
                  <a:extLst>
                    <a:ext uri="{FF2B5EF4-FFF2-40B4-BE49-F238E27FC236}">
                      <a16:creationId xmlns:a16="http://schemas.microsoft.com/office/drawing/2014/main" id="{06FF5868-C96C-6A69-514F-E029438E30F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gray">
                <a:xfrm>
                  <a:off x="6941166" y="3629062"/>
                  <a:ext cx="216000" cy="216000"/>
                </a:xfrm>
                <a:prstGeom prst="ellipse">
                  <a:avLst/>
                </a:prstGeom>
                <a:blipFill>
                  <a:blip r:embed="rId37"/>
                  <a:stretch>
                    <a:fillRect l="-10526"/>
                  </a:stretch>
                </a:blipFill>
                <a:ln w="952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3" name="Oval 112">
                  <a:extLst>
                    <a:ext uri="{FF2B5EF4-FFF2-40B4-BE49-F238E27FC236}">
                      <a16:creationId xmlns:a16="http://schemas.microsoft.com/office/drawing/2014/main" id="{07BFDD97-6B76-42E8-5BF2-4652C22BCAD7}"/>
                    </a:ext>
                  </a:extLst>
                </p:cNvPr>
                <p:cNvSpPr/>
                <p:nvPr/>
              </p:nvSpPr>
              <p:spPr bwMode="gray">
                <a:xfrm>
                  <a:off x="6945502" y="4061086"/>
                  <a:ext cx="216000" cy="216000"/>
                </a:xfrm>
                <a:prstGeom prst="ellipse">
                  <a:avLst/>
                </a:prstGeom>
                <a:solidFill>
                  <a:schemeClr val="bg1"/>
                </a:solidFill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Bef>
                      <a:spcPts val="300"/>
                    </a:spcBef>
                    <a:spcAft>
                      <a:spcPts val="300"/>
                    </a:spcAft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x-none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3" name="Oval 112">
                  <a:extLst>
                    <a:ext uri="{FF2B5EF4-FFF2-40B4-BE49-F238E27FC236}">
                      <a16:creationId xmlns:a16="http://schemas.microsoft.com/office/drawing/2014/main" id="{07BFDD97-6B76-42E8-5BF2-4652C22BCAD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gray">
                <a:xfrm>
                  <a:off x="6945502" y="4061086"/>
                  <a:ext cx="216000" cy="216000"/>
                </a:xfrm>
                <a:prstGeom prst="ellipse">
                  <a:avLst/>
                </a:prstGeom>
                <a:blipFill>
                  <a:blip r:embed="rId38"/>
                  <a:stretch>
                    <a:fillRect l="-5263"/>
                  </a:stretch>
                </a:blipFill>
                <a:ln w="952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4" name="Straight Arrow Connector 113">
              <a:extLst>
                <a:ext uri="{FF2B5EF4-FFF2-40B4-BE49-F238E27FC236}">
                  <a16:creationId xmlns:a16="http://schemas.microsoft.com/office/drawing/2014/main" id="{CF2A3A57-6428-EC8A-2982-9EC39B61BDAF}"/>
                </a:ext>
              </a:extLst>
            </p:cNvPr>
            <p:cNvCxnSpPr>
              <a:cxnSpLocks/>
              <a:stCxn id="111" idx="6"/>
              <a:endCxn id="113" idx="1"/>
            </p:cNvCxnSpPr>
            <p:nvPr/>
          </p:nvCxnSpPr>
          <p:spPr bwMode="gray">
            <a:xfrm>
              <a:off x="6607766" y="3971361"/>
              <a:ext cx="369368" cy="121357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Arrow Connector 114">
              <a:extLst>
                <a:ext uri="{FF2B5EF4-FFF2-40B4-BE49-F238E27FC236}">
                  <a16:creationId xmlns:a16="http://schemas.microsoft.com/office/drawing/2014/main" id="{6932DB93-0DD5-B24B-352A-EFEAB601197B}"/>
                </a:ext>
              </a:extLst>
            </p:cNvPr>
            <p:cNvCxnSpPr>
              <a:cxnSpLocks/>
              <a:stCxn id="112" idx="4"/>
              <a:endCxn id="113" idx="0"/>
            </p:cNvCxnSpPr>
            <p:nvPr/>
          </p:nvCxnSpPr>
          <p:spPr bwMode="gray">
            <a:xfrm>
              <a:off x="7049166" y="3845062"/>
              <a:ext cx="4336" cy="216024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87AC75B5-B78D-79D4-7435-F314C6F19666}"/>
              </a:ext>
            </a:extLst>
          </p:cNvPr>
          <p:cNvGrpSpPr/>
          <p:nvPr/>
        </p:nvGrpSpPr>
        <p:grpSpPr>
          <a:xfrm>
            <a:off x="6380535" y="4363879"/>
            <a:ext cx="783103" cy="640334"/>
            <a:chOff x="6372224" y="4443982"/>
            <a:chExt cx="783103" cy="640334"/>
          </a:xfrm>
        </p:grpSpPr>
        <p:cxnSp>
          <p:nvCxnSpPr>
            <p:cNvPr id="117" name="Straight Arrow Connector 116">
              <a:extLst>
                <a:ext uri="{FF2B5EF4-FFF2-40B4-BE49-F238E27FC236}">
                  <a16:creationId xmlns:a16="http://schemas.microsoft.com/office/drawing/2014/main" id="{4EB31D50-8C59-B4C7-A948-3422595068C0}"/>
                </a:ext>
              </a:extLst>
            </p:cNvPr>
            <p:cNvCxnSpPr>
              <a:cxnSpLocks/>
              <a:stCxn id="119" idx="3"/>
              <a:endCxn id="121" idx="7"/>
            </p:cNvCxnSpPr>
            <p:nvPr/>
          </p:nvCxnSpPr>
          <p:spPr bwMode="gray">
            <a:xfrm flipH="1">
              <a:off x="6556592" y="4628350"/>
              <a:ext cx="414367" cy="127558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Straight Arrow Connector 117">
              <a:extLst>
                <a:ext uri="{FF2B5EF4-FFF2-40B4-BE49-F238E27FC236}">
                  <a16:creationId xmlns:a16="http://schemas.microsoft.com/office/drawing/2014/main" id="{BAE2ECE1-F856-81EB-A222-6427DCBE20D4}"/>
                </a:ext>
              </a:extLst>
            </p:cNvPr>
            <p:cNvCxnSpPr>
              <a:cxnSpLocks/>
              <a:stCxn id="119" idx="4"/>
              <a:endCxn id="120" idx="0"/>
            </p:cNvCxnSpPr>
            <p:nvPr/>
          </p:nvCxnSpPr>
          <p:spPr bwMode="gray">
            <a:xfrm>
              <a:off x="7047327" y="4659982"/>
              <a:ext cx="0" cy="208334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9" name="Oval 118">
                  <a:extLst>
                    <a:ext uri="{FF2B5EF4-FFF2-40B4-BE49-F238E27FC236}">
                      <a16:creationId xmlns:a16="http://schemas.microsoft.com/office/drawing/2014/main" id="{2A767E25-2FF0-2988-91C4-172243155903}"/>
                    </a:ext>
                  </a:extLst>
                </p:cNvPr>
                <p:cNvSpPr/>
                <p:nvPr/>
              </p:nvSpPr>
              <p:spPr bwMode="gray">
                <a:xfrm>
                  <a:off x="6939327" y="4443982"/>
                  <a:ext cx="216000" cy="21600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Bef>
                      <a:spcPts val="300"/>
                    </a:spcBef>
                    <a:spcAft>
                      <a:spcPts val="300"/>
                    </a:spcAft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x-none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9" name="Oval 118">
                  <a:extLst>
                    <a:ext uri="{FF2B5EF4-FFF2-40B4-BE49-F238E27FC236}">
                      <a16:creationId xmlns:a16="http://schemas.microsoft.com/office/drawing/2014/main" id="{2A767E25-2FF0-2988-91C4-17224315590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gray">
                <a:xfrm>
                  <a:off x="6939327" y="4443982"/>
                  <a:ext cx="216000" cy="216000"/>
                </a:xfrm>
                <a:prstGeom prst="ellipse">
                  <a:avLst/>
                </a:prstGeom>
                <a:blipFill>
                  <a:blip r:embed="rId39"/>
                  <a:stretch>
                    <a:fillRect l="-5263"/>
                  </a:stretch>
                </a:blipFill>
                <a:ln w="952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0" name="Oval 119">
                  <a:extLst>
                    <a:ext uri="{FF2B5EF4-FFF2-40B4-BE49-F238E27FC236}">
                      <a16:creationId xmlns:a16="http://schemas.microsoft.com/office/drawing/2014/main" id="{EF498F87-DD43-1A68-D61F-1F457E07930C}"/>
                    </a:ext>
                  </a:extLst>
                </p:cNvPr>
                <p:cNvSpPr/>
                <p:nvPr/>
              </p:nvSpPr>
              <p:spPr bwMode="gray">
                <a:xfrm>
                  <a:off x="6939327" y="4868316"/>
                  <a:ext cx="216000" cy="21600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Bef>
                      <a:spcPts val="300"/>
                    </a:spcBef>
                    <a:spcAft>
                      <a:spcPts val="300"/>
                    </a:spcAft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x-none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20" name="Oval 119">
                  <a:extLst>
                    <a:ext uri="{FF2B5EF4-FFF2-40B4-BE49-F238E27FC236}">
                      <a16:creationId xmlns:a16="http://schemas.microsoft.com/office/drawing/2014/main" id="{EF498F87-DD43-1A68-D61F-1F457E07930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gray">
                <a:xfrm>
                  <a:off x="6939327" y="4868316"/>
                  <a:ext cx="216000" cy="216000"/>
                </a:xfrm>
                <a:prstGeom prst="ellipse">
                  <a:avLst/>
                </a:prstGeom>
                <a:blipFill>
                  <a:blip r:embed="rId40"/>
                  <a:stretch>
                    <a:fillRect l="-5263"/>
                  </a:stretch>
                </a:blipFill>
                <a:ln w="952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1" name="Oval 120">
                  <a:extLst>
                    <a:ext uri="{FF2B5EF4-FFF2-40B4-BE49-F238E27FC236}">
                      <a16:creationId xmlns:a16="http://schemas.microsoft.com/office/drawing/2014/main" id="{0EB03FE6-495F-9D51-89FF-86B3C89B9BD3}"/>
                    </a:ext>
                  </a:extLst>
                </p:cNvPr>
                <p:cNvSpPr/>
                <p:nvPr/>
              </p:nvSpPr>
              <p:spPr bwMode="gray">
                <a:xfrm>
                  <a:off x="6372224" y="4724276"/>
                  <a:ext cx="216000" cy="216000"/>
                </a:xfrm>
                <a:prstGeom prst="ellipse">
                  <a:avLst/>
                </a:prstGeom>
                <a:solidFill>
                  <a:schemeClr val="bg1"/>
                </a:solidFill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Bef>
                      <a:spcPts val="300"/>
                    </a:spcBef>
                    <a:spcAft>
                      <a:spcPts val="300"/>
                    </a:spcAft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x-none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21" name="Oval 120">
                  <a:extLst>
                    <a:ext uri="{FF2B5EF4-FFF2-40B4-BE49-F238E27FC236}">
                      <a16:creationId xmlns:a16="http://schemas.microsoft.com/office/drawing/2014/main" id="{0EB03FE6-495F-9D51-89FF-86B3C89B9BD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gray">
                <a:xfrm>
                  <a:off x="6372224" y="4724276"/>
                  <a:ext cx="216000" cy="216000"/>
                </a:xfrm>
                <a:prstGeom prst="ellipse">
                  <a:avLst/>
                </a:prstGeom>
                <a:blipFill>
                  <a:blip r:embed="rId41"/>
                  <a:stretch>
                    <a:fillRect l="-11111"/>
                  </a:stretch>
                </a:blipFill>
                <a:ln w="952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2" name="Straight Arrow Connector 121">
              <a:extLst>
                <a:ext uri="{FF2B5EF4-FFF2-40B4-BE49-F238E27FC236}">
                  <a16:creationId xmlns:a16="http://schemas.microsoft.com/office/drawing/2014/main" id="{79D149CB-C224-CFF6-C32B-D49F681F7E94}"/>
                </a:ext>
              </a:extLst>
            </p:cNvPr>
            <p:cNvCxnSpPr>
              <a:cxnSpLocks/>
              <a:stCxn id="121" idx="6"/>
              <a:endCxn id="120" idx="2"/>
            </p:cNvCxnSpPr>
            <p:nvPr/>
          </p:nvCxnSpPr>
          <p:spPr bwMode="gray">
            <a:xfrm>
              <a:off x="6588224" y="4832276"/>
              <a:ext cx="351103" cy="144040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39269678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6" fill="hold">
                            <p:stCondLst>
                              <p:cond delay="500"/>
                            </p:stCondLst>
                            <p:childTnLst>
                              <p:par>
                                <p:cTn id="87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0" fill="hold">
                            <p:stCondLst>
                              <p:cond delay="1000"/>
                            </p:stCondLst>
                            <p:childTnLst>
                              <p:par>
                                <p:cTn id="91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3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4" fill="hold">
                            <p:stCondLst>
                              <p:cond delay="1500"/>
                            </p:stCondLst>
                            <p:childTnLst>
                              <p:par>
                                <p:cTn id="95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8" fill="hold">
                            <p:stCondLst>
                              <p:cond delay="2000"/>
                            </p:stCondLst>
                            <p:childTnLst>
                              <p:par>
                                <p:cTn id="9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1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2500"/>
                            </p:stCondLst>
                            <p:childTnLst>
                              <p:par>
                                <p:cTn id="103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6" fill="hold">
                            <p:stCondLst>
                              <p:cond delay="3000"/>
                            </p:stCondLst>
                            <p:childTnLst>
                              <p:par>
                                <p:cTn id="107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" fill="hold">
                      <p:stCondLst>
                        <p:cond delay="indefinite"/>
                      </p:stCondLst>
                      <p:childTnLst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9" dur="5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0" fill="hold">
                            <p:stCondLst>
                              <p:cond delay="500"/>
                            </p:stCondLst>
                            <p:childTnLst>
                              <p:par>
                                <p:cTn id="121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3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4" fill="hold">
                            <p:stCondLst>
                              <p:cond delay="1000"/>
                            </p:stCondLst>
                            <p:childTnLst>
                              <p:par>
                                <p:cTn id="125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7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8" fill="hold">
                            <p:stCondLst>
                              <p:cond delay="1500"/>
                            </p:stCondLst>
                            <p:childTnLst>
                              <p:par>
                                <p:cTn id="129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1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3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5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6" fill="hold">
                            <p:stCondLst>
                              <p:cond delay="2500"/>
                            </p:stCondLst>
                            <p:childTnLst>
                              <p:par>
                                <p:cTn id="137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9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0" fill="hold">
                            <p:stCondLst>
                              <p:cond delay="3000"/>
                            </p:stCondLst>
                            <p:childTnLst>
                              <p:par>
                                <p:cTn id="141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3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4" fill="hold">
                            <p:stCondLst>
                              <p:cond delay="3500"/>
                            </p:stCondLst>
                            <p:childTnLst>
                              <p:par>
                                <p:cTn id="145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7" dur="5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8" fill="hold">
                      <p:stCondLst>
                        <p:cond delay="indefinite"/>
                      </p:stCondLst>
                      <p:childTnLst>
                        <p:par>
                          <p:cTn id="149" fill="hold">
                            <p:stCondLst>
                              <p:cond delay="0"/>
                            </p:stCondLst>
                            <p:childTnLst>
                              <p:par>
                                <p:cTn id="15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3" fill="hold">
                      <p:stCondLst>
                        <p:cond delay="indefinite"/>
                      </p:stCondLst>
                      <p:childTnLst>
                        <p:par>
                          <p:cTn id="154" fill="hold">
                            <p:stCondLst>
                              <p:cond delay="0"/>
                            </p:stCondLst>
                            <p:childTnLst>
                              <p:par>
                                <p:cTn id="15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7"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8" fill="hold">
                            <p:stCondLst>
                              <p:cond delay="500"/>
                            </p:stCondLst>
                            <p:childTnLst>
                              <p:par>
                                <p:cTn id="159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1"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2" fill="hold">
                      <p:stCondLst>
                        <p:cond delay="indefinite"/>
                      </p:stCondLst>
                      <p:childTnLst>
                        <p:par>
                          <p:cTn id="163" fill="hold">
                            <p:stCondLst>
                              <p:cond delay="0"/>
                            </p:stCondLst>
                            <p:childTnLst>
                              <p:par>
                                <p:cTn id="16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6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9" grpId="0"/>
      <p:bldP spid="12" grpId="0"/>
      <p:bldP spid="17" grpId="0" animBg="1"/>
      <p:bldP spid="18" grpId="0" animBg="1"/>
      <p:bldP spid="19" grpId="0" animBg="1"/>
      <p:bldP spid="20" grpId="0" animBg="1"/>
      <p:bldP spid="22" grpId="0" animBg="1"/>
      <p:bldP spid="23" grpId="0" animBg="1"/>
      <p:bldP spid="24" grpId="0" animBg="1"/>
      <p:bldP spid="30" grpId="0"/>
      <p:bldP spid="31" grpId="0"/>
      <p:bldP spid="32" grpId="0"/>
      <p:bldP spid="33" grpId="0" animBg="1"/>
      <p:bldP spid="34" grpId="0" animBg="1"/>
      <p:bldP spid="35" grpId="0" animBg="1"/>
      <p:bldP spid="37" grpId="0" animBg="1"/>
      <p:bldP spid="36" grpId="0" animBg="1"/>
      <p:bldP spid="38" grpId="0" animBg="1"/>
      <p:bldP spid="3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803791D5-0885-32E2-39E7-3F6B688B73E5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4658705" cy="835699"/>
              </a:xfrm>
            </p:spPr>
            <p:txBody>
              <a:bodyPr/>
              <a:lstStyle/>
              <a:p>
                <a:r>
                  <a:rPr lang="en-US" sz="1200" dirty="0"/>
                  <a:t>Assume that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∝</m:t>
                    </m:r>
                    <m:nary>
                      <m:naryPr>
                        <m:chr m:val="∏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1200" i="1"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m:rPr>
                            <m:sty m:val="p"/>
                          </m:rPr>
                          <a:rPr lang="en-US" sz="1200">
                            <a:latin typeface="Cambria Math" panose="02040503050406030204" pitchFamily="18" charset="0"/>
                          </a:rPr>
                          <m:t>cliques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</m:d>
                      </m:sub>
                      <m:sup/>
                      <m:e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𝜓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b>
                        </m:sSub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200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  <m:sub>
                                <m:r>
                                  <a:rPr lang="en-US" sz="1200" i="1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sub>
                            </m:sSub>
                          </m:e>
                        </m:d>
                      </m:e>
                    </m:nary>
                  </m:oMath>
                </a14:m>
                <a:r>
                  <a:rPr lang="en-US" sz="1200" dirty="0"/>
                  <a:t> and pick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1200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12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1200" b="0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 </a:t>
                </a:r>
                <a:r>
                  <a:rPr lang="en-US" sz="1200" dirty="0"/>
                  <a:t>and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sz="1200" dirty="0"/>
                  <a:t> such that removing all variables in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sz="1200" dirty="0"/>
                  <a:t> from the graph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sz="1200" dirty="0"/>
                  <a:t> separates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1200" i="1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12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1200" i="1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1200" dirty="0"/>
                  <a:t>. Define </a:t>
                </a:r>
                <a14:m>
                  <m:oMath xmlns:m="http://schemas.openxmlformats.org/officeDocument/2006/math">
                    <m:r>
                      <a:rPr lang="en-US" sz="1200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∖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solidFill>
                              <a:schemeClr val="accent4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∪</m:t>
                        </m:r>
                        <m:d>
                          <m:dPr>
                            <m:begChr m:val="{"/>
                            <m:endChr m:val="}"/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200" i="1" smtClean="0">
                                    <a:solidFill>
                                      <a:srgbClr val="FFC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200" i="1">
                                    <a:solidFill>
                                      <a:srgbClr val="FFC000"/>
                                    </a:solidFill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  <m:sub>
                                <m:r>
                                  <a:rPr lang="en-US" sz="1200" i="1">
                                    <a:solidFill>
                                      <a:srgbClr val="FFC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∪</m:t>
                        </m:r>
                        <m:d>
                          <m:dPr>
                            <m:begChr m:val="{"/>
                            <m:endChr m:val="}"/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200" i="1" smtClean="0">
                                    <a:solidFill>
                                      <a:schemeClr val="accent1">
                                        <a:lumMod val="60000"/>
                                        <a:lumOff val="4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200" i="1">
                                    <a:solidFill>
                                      <a:schemeClr val="accent1">
                                        <a:lumMod val="60000"/>
                                        <a:lumOff val="4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  <m:sub>
                                <m:r>
                                  <a:rPr lang="en-US" sz="1200" i="1">
                                    <a:solidFill>
                                      <a:schemeClr val="accent1">
                                        <a:lumMod val="60000"/>
                                        <a:lumOff val="4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803791D5-0885-32E2-39E7-3F6B688B73E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4658705" cy="835699"/>
              </a:xfrm>
              <a:blipFill>
                <a:blip r:embed="rId2"/>
                <a:stretch>
                  <a:fillRect t="-313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Text Placeholder 1">
                <a:extLst>
                  <a:ext uri="{FF2B5EF4-FFF2-40B4-BE49-F238E27FC236}">
                    <a16:creationId xmlns:a16="http://schemas.microsoft.com/office/drawing/2014/main" id="{2C8B087D-872B-F455-509E-EBEBED66C340}"/>
                  </a:ext>
                </a:extLst>
              </p:cNvPr>
              <p:cNvSpPr txBox="1">
                <a:spLocks/>
              </p:cNvSpPr>
              <p:nvPr/>
            </p:nvSpPr>
            <p:spPr bwMode="gray">
              <a:xfrm>
                <a:off x="351626" y="1868102"/>
                <a:ext cx="6483962" cy="2879558"/>
              </a:xfrm>
              <a:prstGeom prst="rect">
                <a:avLst/>
              </a:prstGeom>
            </p:spPr>
            <p:txBody>
              <a:bodyPr/>
              <a:lstStyle>
                <a:lvl1pPr marL="268288" indent="-268288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80000"/>
                  <a:buFont typeface="Arial" panose="020B0604020202020204" pitchFamily="34" charset="0"/>
                  <a:buChar char="■"/>
                  <a:defRPr sz="14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36575" indent="-268288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80000"/>
                  <a:buFont typeface="Arial" panose="020B0604020202020204" pitchFamily="34" charset="0"/>
                  <a:buChar char="□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806450" indent="-269875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80000"/>
                  <a:buFont typeface="Arial" panose="020B0604020202020204" pitchFamily="34" charset="0"/>
                  <a:buChar char="–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270000" indent="-270000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100000"/>
                  <a:buFont typeface="+mj-lt"/>
                  <a:buAutoNum type="arabicPeriod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540000" indent="-270000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100000"/>
                  <a:buFont typeface="+mj-lt"/>
                  <a:buAutoNum type="alphaLcParenR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0" indent="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spcAft>
                    <a:spcPts val="400"/>
                  </a:spcAft>
                  <a:buClr>
                    <a:schemeClr val="accent1"/>
                  </a:buClr>
                  <a:buSzPct val="100000"/>
                  <a:buFont typeface="+mj-lt"/>
                  <a:buNone/>
                  <a:defRPr sz="1600" kern="1200" cap="all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6pPr>
                <a:lvl7pPr marL="0" indent="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spcAft>
                    <a:spcPts val="400"/>
                  </a:spcAft>
                  <a:buClr>
                    <a:schemeClr val="accent1"/>
                  </a:buClr>
                  <a:buSzPct val="90000"/>
                  <a:buFont typeface="Arial" panose="020B0604020202020204" pitchFamily="34" charset="0"/>
                  <a:buNone/>
                  <a:defRPr sz="1600" kern="1200" cap="all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7pPr>
                <a:lvl8pPr marL="0" indent="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spcAft>
                    <a:spcPts val="400"/>
                  </a:spcAft>
                  <a:buFont typeface="Arial" panose="020B0604020202020204" pitchFamily="34" charset="0"/>
                  <a:buNone/>
                  <a:defRPr sz="1600" b="0" kern="1200" cap="all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8pPr>
                <a:lvl9pPr marL="0" indent="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spcAft>
                    <a:spcPts val="400"/>
                  </a:spcAft>
                  <a:buFont typeface="Arial" panose="020B0604020202020204" pitchFamily="34" charset="0"/>
                  <a:buNone/>
                  <a:defRPr sz="1600" b="0" kern="1200" cap="all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1200" dirty="0"/>
                  <a:t>Then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cliques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</m:d>
                  </m:oMath>
                </a14:m>
                <a:r>
                  <a:rPr lang="en-US" sz="1200" dirty="0"/>
                  <a:t> separates in three disjoint sets</a:t>
                </a:r>
              </a:p>
              <a:p>
                <a:endParaRPr lang="en-US" sz="1200" dirty="0"/>
              </a:p>
              <a:p>
                <a:endParaRPr lang="en-US" sz="1200" dirty="0"/>
              </a:p>
              <a:p>
                <a:pPr marL="0" indent="0">
                  <a:buNone/>
                </a:pPr>
                <a:endParaRPr lang="en-US" sz="1200" dirty="0"/>
              </a:p>
              <a:p>
                <a:r>
                  <a:rPr lang="en-US" sz="1200" dirty="0"/>
                  <a:t>Thus, the joint density has the following property</a:t>
                </a:r>
              </a:p>
              <a:p>
                <a:endParaRPr lang="en-US" sz="1200" dirty="0"/>
              </a:p>
              <a:p>
                <a:endParaRPr lang="en-US" sz="1200" dirty="0"/>
              </a:p>
              <a:p>
                <a:r>
                  <a:rPr lang="en-US" sz="1200" dirty="0"/>
                  <a:t>Because all variables in </a:t>
                </a:r>
                <a14:m>
                  <m:oMath xmlns:m="http://schemas.openxmlformats.org/officeDocument/2006/math">
                    <m:r>
                      <a:rPr lang="en-US" sz="1200" i="1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sz="1200" dirty="0"/>
                  <a:t> separate</a:t>
                </a:r>
                <a:r>
                  <a:rPr lang="en-US" sz="1200" dirty="0">
                    <a:solidFill>
                      <a:srgbClr val="FFC000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1200" i="1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12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1200" i="1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1200" dirty="0"/>
                  <a:t> we have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1200" i="1" dirty="0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200" i="1" dirty="0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∪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200" i="1" dirty="0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∪</m:t>
                    </m:r>
                    <m:sSub>
                      <m:sSubPr>
                        <m:ctrlPr>
                          <a:rPr lang="en-US" sz="1200" i="1" dirty="0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i="1" dirty="0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</m:sub>
                    </m:sSub>
                  </m:oMath>
                </a14:m>
                <a:r>
                  <a:rPr lang="en-US" sz="1200" dirty="0"/>
                  <a:t> which are disjoint 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1200" dirty="0"/>
                  <a:t> are the variables in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sz="1200" dirty="0"/>
                  <a:t> which are in cliques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𝒞</m:t>
                        </m:r>
                      </m:e>
                      <m:sub>
                        <m:sSub>
                          <m:sSubPr>
                            <m:ctrlPr>
                              <a:rPr lang="en-US" sz="1200" b="0" i="1" smtClean="0">
                                <a:solidFill>
                                  <a:srgbClr val="FFC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solidFill>
                                  <a:srgbClr val="FFC000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200" b="0" i="1" smtClean="0">
                                <a:solidFill>
                                  <a:srgbClr val="FFC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US" sz="1200" dirty="0"/>
                  <a:t> (and similar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1200" dirty="0"/>
                  <a:t>). Thus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1200" dirty="0"/>
              </a:p>
            </p:txBody>
          </p:sp>
        </mc:Choice>
        <mc:Fallback xmlns="">
          <p:sp>
            <p:nvSpPr>
              <p:cNvPr id="97" name="Text Placeholder 1">
                <a:extLst>
                  <a:ext uri="{FF2B5EF4-FFF2-40B4-BE49-F238E27FC236}">
                    <a16:creationId xmlns:a16="http://schemas.microsoft.com/office/drawing/2014/main" id="{2C8B087D-872B-F455-509E-EBEBED66C3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51626" y="1868102"/>
                <a:ext cx="6483962" cy="287955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8" name="Rectangle 77">
            <a:extLst>
              <a:ext uri="{FF2B5EF4-FFF2-40B4-BE49-F238E27FC236}">
                <a16:creationId xmlns:a16="http://schemas.microsoft.com/office/drawing/2014/main" id="{8F5ACFE8-7DDB-16ED-E972-4F39EDDCCA3A}"/>
              </a:ext>
            </a:extLst>
          </p:cNvPr>
          <p:cNvSpPr/>
          <p:nvPr/>
        </p:nvSpPr>
        <p:spPr bwMode="gray">
          <a:xfrm>
            <a:off x="7020272" y="3291830"/>
            <a:ext cx="2016224" cy="165618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200" b="1" dirty="0" err="1">
              <a:solidFill>
                <a:schemeClr val="bg1"/>
              </a:solidFill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508677A-F0AB-F112-659F-28249313A3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Proof of the Hammersley-Clifford Theorem 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8984CFDA-2C1B-FEE6-1270-CF616706DBAC}"/>
              </a:ext>
            </a:extLst>
          </p:cNvPr>
          <p:cNvCxnSpPr>
            <a:cxnSpLocks/>
            <a:stCxn id="8" idx="5"/>
            <a:endCxn id="14" idx="1"/>
          </p:cNvCxnSpPr>
          <p:nvPr/>
        </p:nvCxnSpPr>
        <p:spPr bwMode="gray">
          <a:xfrm>
            <a:off x="7564704" y="1321696"/>
            <a:ext cx="396664" cy="257659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C22F973-E4C8-0BA0-78C2-116F5B40935A}"/>
              </a:ext>
            </a:extLst>
          </p:cNvPr>
          <p:cNvCxnSpPr>
            <a:cxnSpLocks/>
            <a:stCxn id="9" idx="3"/>
            <a:endCxn id="14" idx="7"/>
          </p:cNvCxnSpPr>
          <p:nvPr/>
        </p:nvCxnSpPr>
        <p:spPr bwMode="gray">
          <a:xfrm flipH="1">
            <a:off x="8114104" y="1321696"/>
            <a:ext cx="521976" cy="257659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9AEA355-7404-D218-07C5-99748553465F}"/>
              </a:ext>
            </a:extLst>
          </p:cNvPr>
          <p:cNvCxnSpPr>
            <a:cxnSpLocks/>
            <a:stCxn id="9" idx="4"/>
            <a:endCxn id="13" idx="0"/>
          </p:cNvCxnSpPr>
          <p:nvPr/>
        </p:nvCxnSpPr>
        <p:spPr bwMode="gray">
          <a:xfrm>
            <a:off x="8712448" y="1353328"/>
            <a:ext cx="0" cy="338435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33BEF16-AD87-9EA7-F6C0-F44F1D8B2986}"/>
              </a:ext>
            </a:extLst>
          </p:cNvPr>
          <p:cNvCxnSpPr>
            <a:cxnSpLocks/>
            <a:stCxn id="14" idx="3"/>
            <a:endCxn id="10" idx="7"/>
          </p:cNvCxnSpPr>
          <p:nvPr/>
        </p:nvCxnSpPr>
        <p:spPr bwMode="gray">
          <a:xfrm flipH="1">
            <a:off x="7564704" y="1732091"/>
            <a:ext cx="396664" cy="235983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92729E25-B2BB-635D-5002-376BE78BBFEF}"/>
                  </a:ext>
                </a:extLst>
              </p:cNvPr>
              <p:cNvSpPr/>
              <p:nvPr/>
            </p:nvSpPr>
            <p:spPr bwMode="gray">
              <a:xfrm>
                <a:off x="7380336" y="1137328"/>
                <a:ext cx="216000" cy="216000"/>
              </a:xfrm>
              <a:prstGeom prst="ellipse">
                <a:avLst/>
              </a:prstGeom>
              <a:solidFill>
                <a:srgbClr val="00B050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92729E25-B2BB-635D-5002-376BE78BBFE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380336" y="1137328"/>
                <a:ext cx="216000" cy="216000"/>
              </a:xfrm>
              <a:prstGeom prst="ellipse">
                <a:avLst/>
              </a:prstGeom>
              <a:blipFill>
                <a:blip r:embed="rId4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7235F8D3-D3BE-9BF4-50C8-1B531208ED66}"/>
                  </a:ext>
                </a:extLst>
              </p:cNvPr>
              <p:cNvSpPr/>
              <p:nvPr/>
            </p:nvSpPr>
            <p:spPr bwMode="gray">
              <a:xfrm>
                <a:off x="8604448" y="1137328"/>
                <a:ext cx="216000" cy="216000"/>
              </a:xfrm>
              <a:prstGeom prst="ellips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7235F8D3-D3BE-9BF4-50C8-1B531208ED6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604448" y="1137328"/>
                <a:ext cx="216000" cy="216000"/>
              </a:xfrm>
              <a:prstGeom prst="ellipse">
                <a:avLst/>
              </a:prstGeom>
              <a:blipFill>
                <a:blip r:embed="rId5"/>
                <a:stretch>
                  <a:fillRect l="-5000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A1B547CC-6280-6546-88FB-E375E88DA661}"/>
                  </a:ext>
                </a:extLst>
              </p:cNvPr>
              <p:cNvSpPr/>
              <p:nvPr/>
            </p:nvSpPr>
            <p:spPr bwMode="gray">
              <a:xfrm>
                <a:off x="7380336" y="1936442"/>
                <a:ext cx="216000" cy="216000"/>
              </a:xfrm>
              <a:prstGeom prst="ellipse">
                <a:avLst/>
              </a:prstGeom>
              <a:solidFill>
                <a:srgbClr val="FFC000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A1B547CC-6280-6546-88FB-E375E88DA66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380336" y="1936442"/>
                <a:ext cx="216000" cy="216000"/>
              </a:xfrm>
              <a:prstGeom prst="ellipse">
                <a:avLst/>
              </a:prstGeom>
              <a:blipFill>
                <a:blip r:embed="rId6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9144770F-EB16-B7A4-A17F-69C503A95A1B}"/>
                  </a:ext>
                </a:extLst>
              </p:cNvPr>
              <p:cNvSpPr/>
              <p:nvPr/>
            </p:nvSpPr>
            <p:spPr bwMode="gray">
              <a:xfrm>
                <a:off x="8604448" y="2224498"/>
                <a:ext cx="216000" cy="216000"/>
              </a:xfrm>
              <a:prstGeom prst="ellipse">
                <a:avLst/>
              </a:prstGeom>
              <a:solidFill>
                <a:srgbClr val="00B050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9144770F-EB16-B7A4-A17F-69C503A95A1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604448" y="2224498"/>
                <a:ext cx="216000" cy="216000"/>
              </a:xfrm>
              <a:prstGeom prst="ellipse">
                <a:avLst/>
              </a:prstGeom>
              <a:blipFill>
                <a:blip r:embed="rId7"/>
                <a:stretch>
                  <a:fillRect l="-5000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696FB53-D27A-77BD-9FC2-7BBAAAA6BB72}"/>
              </a:ext>
            </a:extLst>
          </p:cNvPr>
          <p:cNvCxnSpPr>
            <a:cxnSpLocks/>
            <a:stCxn id="13" idx="4"/>
            <a:endCxn id="11" idx="0"/>
          </p:cNvCxnSpPr>
          <p:nvPr/>
        </p:nvCxnSpPr>
        <p:spPr bwMode="gray">
          <a:xfrm>
            <a:off x="8712448" y="1907763"/>
            <a:ext cx="0" cy="316735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E011D4AD-D9DB-CDCC-3117-4DA2F4200FF4}"/>
                  </a:ext>
                </a:extLst>
              </p:cNvPr>
              <p:cNvSpPr/>
              <p:nvPr/>
            </p:nvSpPr>
            <p:spPr bwMode="gray">
              <a:xfrm>
                <a:off x="8604448" y="1691763"/>
                <a:ext cx="216000" cy="216000"/>
              </a:xfrm>
              <a:prstGeom prst="ellipse">
                <a:avLst/>
              </a:prstGeom>
              <a:solidFill>
                <a:srgbClr val="00B050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E011D4AD-D9DB-CDCC-3117-4DA2F4200FF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604448" y="1691763"/>
                <a:ext cx="216000" cy="216000"/>
              </a:xfrm>
              <a:prstGeom prst="ellipse">
                <a:avLst/>
              </a:prstGeom>
              <a:blipFill>
                <a:blip r:embed="rId8"/>
                <a:stretch>
                  <a:fillRect l="-5000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6F287D7B-3B89-0303-D53C-8A32C9D99D2B}"/>
                  </a:ext>
                </a:extLst>
              </p:cNvPr>
              <p:cNvSpPr/>
              <p:nvPr/>
            </p:nvSpPr>
            <p:spPr bwMode="gray">
              <a:xfrm>
                <a:off x="7929736" y="1547723"/>
                <a:ext cx="216000" cy="2160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6F287D7B-3B89-0303-D53C-8A32C9D99D2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929736" y="1547723"/>
                <a:ext cx="216000" cy="216000"/>
              </a:xfrm>
              <a:prstGeom prst="ellipse">
                <a:avLst/>
              </a:prstGeom>
              <a:blipFill>
                <a:blip r:embed="rId9"/>
                <a:stretch>
                  <a:fillRect l="-11111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4ED239BD-56DB-F247-9354-6FB190B201AE}"/>
                  </a:ext>
                </a:extLst>
              </p:cNvPr>
              <p:cNvSpPr/>
              <p:nvPr/>
            </p:nvSpPr>
            <p:spPr bwMode="gray">
              <a:xfrm>
                <a:off x="7934072" y="2296506"/>
                <a:ext cx="216000" cy="216000"/>
              </a:xfrm>
              <a:prstGeom prst="ellipse">
                <a:avLst/>
              </a:prstGeom>
              <a:solidFill>
                <a:srgbClr val="00B050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4ED239BD-56DB-F247-9354-6FB190B201A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934072" y="2296506"/>
                <a:ext cx="216000" cy="216000"/>
              </a:xfrm>
              <a:prstGeom prst="ellipse">
                <a:avLst/>
              </a:prstGeom>
              <a:blipFill>
                <a:blip r:embed="rId10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784A424-EA9F-638C-3909-AA849C475D08}"/>
              </a:ext>
            </a:extLst>
          </p:cNvPr>
          <p:cNvCxnSpPr>
            <a:cxnSpLocks/>
            <a:stCxn id="10" idx="5"/>
            <a:endCxn id="15" idx="1"/>
          </p:cNvCxnSpPr>
          <p:nvPr/>
        </p:nvCxnSpPr>
        <p:spPr bwMode="gray">
          <a:xfrm>
            <a:off x="7564704" y="2120810"/>
            <a:ext cx="401000" cy="207328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CF171E7-2AC1-292C-14E7-6C593168A451}"/>
              </a:ext>
            </a:extLst>
          </p:cNvPr>
          <p:cNvCxnSpPr>
            <a:cxnSpLocks/>
            <a:stCxn id="14" idx="4"/>
            <a:endCxn id="15" idx="0"/>
          </p:cNvCxnSpPr>
          <p:nvPr/>
        </p:nvCxnSpPr>
        <p:spPr bwMode="gray">
          <a:xfrm>
            <a:off x="8037736" y="1763723"/>
            <a:ext cx="4336" cy="532783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D7F4EE8-D342-60AC-A70B-785EEF6FF4FD}"/>
              </a:ext>
            </a:extLst>
          </p:cNvPr>
          <p:cNvCxnSpPr>
            <a:cxnSpLocks/>
            <a:stCxn id="14" idx="6"/>
            <a:endCxn id="13" idx="2"/>
          </p:cNvCxnSpPr>
          <p:nvPr/>
        </p:nvCxnSpPr>
        <p:spPr bwMode="gray">
          <a:xfrm>
            <a:off x="8145736" y="1655723"/>
            <a:ext cx="458712" cy="144040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D57A6468-DC8D-9849-3582-B3B3F8B9A0A0}"/>
              </a:ext>
            </a:extLst>
          </p:cNvPr>
          <p:cNvCxnSpPr>
            <a:cxnSpLocks/>
            <a:endCxn id="10" idx="0"/>
          </p:cNvCxnSpPr>
          <p:nvPr/>
        </p:nvCxnSpPr>
        <p:spPr bwMode="gray">
          <a:xfrm>
            <a:off x="7488336" y="1799763"/>
            <a:ext cx="0" cy="13667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4BA2F448-80F8-5AFF-2B5B-685B021F3492}"/>
              </a:ext>
            </a:extLst>
          </p:cNvPr>
          <p:cNvCxnSpPr>
            <a:cxnSpLocks/>
            <a:endCxn id="9" idx="7"/>
          </p:cNvCxnSpPr>
          <p:nvPr/>
        </p:nvCxnSpPr>
        <p:spPr bwMode="gray">
          <a:xfrm flipH="1">
            <a:off x="8788816" y="1072346"/>
            <a:ext cx="114424" cy="96614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A4552A65-834E-0537-4B25-BF44FD4D10FD}"/>
                  </a:ext>
                </a:extLst>
              </p:cNvPr>
              <p:cNvSpPr/>
              <p:nvPr/>
            </p:nvSpPr>
            <p:spPr bwMode="gray">
              <a:xfrm>
                <a:off x="7441175" y="3032929"/>
                <a:ext cx="216000" cy="216000"/>
              </a:xfrm>
              <a:prstGeom prst="ellipse">
                <a:avLst/>
              </a:prstGeom>
              <a:solidFill>
                <a:srgbClr val="FFC000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A4552A65-834E-0537-4B25-BF44FD4D10F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441175" y="3032929"/>
                <a:ext cx="216000" cy="216000"/>
              </a:xfrm>
              <a:prstGeom prst="ellipse">
                <a:avLst/>
              </a:prstGeom>
              <a:blipFill>
                <a:blip r:embed="rId11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FAC5B99D-65DD-4873-A677-7D16C231BDBB}"/>
                  </a:ext>
                </a:extLst>
              </p:cNvPr>
              <p:cNvSpPr/>
              <p:nvPr/>
            </p:nvSpPr>
            <p:spPr bwMode="gray">
              <a:xfrm>
                <a:off x="8441794" y="3032071"/>
                <a:ext cx="216000" cy="216000"/>
              </a:xfrm>
              <a:prstGeom prst="ellips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FAC5B99D-65DD-4873-A677-7D16C231BDB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441794" y="3032071"/>
                <a:ext cx="216000" cy="216000"/>
              </a:xfrm>
              <a:prstGeom prst="ellipse">
                <a:avLst/>
              </a:prstGeom>
              <a:blipFill>
                <a:blip r:embed="rId12"/>
                <a:stretch>
                  <a:fillRect l="-10526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316EA281-4031-015C-7C19-D61D3ED4A91F}"/>
                  </a:ext>
                </a:extLst>
              </p:cNvPr>
              <p:cNvSpPr/>
              <p:nvPr/>
            </p:nvSpPr>
            <p:spPr bwMode="gray">
              <a:xfrm>
                <a:off x="5203324" y="1472065"/>
                <a:ext cx="216000" cy="216000"/>
              </a:xfrm>
              <a:prstGeom prst="ellipse">
                <a:avLst/>
              </a:prstGeom>
              <a:solidFill>
                <a:srgbClr val="00B050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316EA281-4031-015C-7C19-D61D3ED4A91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203324" y="1472065"/>
                <a:ext cx="216000" cy="216000"/>
              </a:xfrm>
              <a:prstGeom prst="ellipse">
                <a:avLst/>
              </a:prstGeom>
              <a:blipFill>
                <a:blip r:embed="rId13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5BF5C10B-4568-7A56-6E1F-A892C2C7094F}"/>
                  </a:ext>
                </a:extLst>
              </p:cNvPr>
              <p:cNvSpPr/>
              <p:nvPr/>
            </p:nvSpPr>
            <p:spPr bwMode="gray">
              <a:xfrm>
                <a:off x="6345935" y="1472065"/>
                <a:ext cx="216000" cy="216000"/>
              </a:xfrm>
              <a:prstGeom prst="ellipse">
                <a:avLst/>
              </a:prstGeom>
              <a:solidFill>
                <a:srgbClr val="00B050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5BF5C10B-4568-7A56-6E1F-A892C2C7094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345935" y="1472065"/>
                <a:ext cx="216000" cy="216000"/>
              </a:xfrm>
              <a:prstGeom prst="ellipse">
                <a:avLst/>
              </a:prstGeom>
              <a:blipFill>
                <a:blip r:embed="rId14"/>
                <a:stretch>
                  <a:fillRect l="-11111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C4E81CA1-8A5C-2491-9F4D-6E7519FA4B4A}"/>
                  </a:ext>
                </a:extLst>
              </p:cNvPr>
              <p:cNvSpPr/>
              <p:nvPr/>
            </p:nvSpPr>
            <p:spPr bwMode="gray">
              <a:xfrm>
                <a:off x="6726806" y="1472065"/>
                <a:ext cx="216000" cy="216000"/>
              </a:xfrm>
              <a:prstGeom prst="ellipse">
                <a:avLst/>
              </a:prstGeom>
              <a:solidFill>
                <a:srgbClr val="00B050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C4E81CA1-8A5C-2491-9F4D-6E7519FA4B4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726806" y="1472065"/>
                <a:ext cx="216000" cy="216000"/>
              </a:xfrm>
              <a:prstGeom prst="ellipse">
                <a:avLst/>
              </a:prstGeom>
              <a:blipFill>
                <a:blip r:embed="rId15"/>
                <a:stretch>
                  <a:fillRect l="-5000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6295D764-496E-1710-C706-FEB1B6FE0DE7}"/>
                  </a:ext>
                </a:extLst>
              </p:cNvPr>
              <p:cNvSpPr/>
              <p:nvPr/>
            </p:nvSpPr>
            <p:spPr bwMode="gray">
              <a:xfrm>
                <a:off x="5584194" y="1472065"/>
                <a:ext cx="216000" cy="216000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6295D764-496E-1710-C706-FEB1B6FE0DE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584194" y="1472065"/>
                <a:ext cx="216000" cy="216000"/>
              </a:xfrm>
              <a:prstGeom prst="ellipse">
                <a:avLst/>
              </a:prstGeom>
              <a:blipFill>
                <a:blip r:embed="rId16"/>
                <a:stretch>
                  <a:fillRect l="-11111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1FDEB0A4-37F6-B398-855E-C807CC94CA20}"/>
                  </a:ext>
                </a:extLst>
              </p:cNvPr>
              <p:cNvSpPr/>
              <p:nvPr/>
            </p:nvSpPr>
            <p:spPr bwMode="gray">
              <a:xfrm>
                <a:off x="5965064" y="1472065"/>
                <a:ext cx="216000" cy="216000"/>
              </a:xfrm>
              <a:prstGeom prst="ellipse">
                <a:avLst/>
              </a:prstGeom>
              <a:solidFill>
                <a:srgbClr val="00B050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x-non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1FDEB0A4-37F6-B398-855E-C807CC94CA2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965064" y="1472065"/>
                <a:ext cx="216000" cy="216000"/>
              </a:xfrm>
              <a:prstGeom prst="ellipse">
                <a:avLst/>
              </a:prstGeom>
              <a:blipFill>
                <a:blip r:embed="rId17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8" name="Group 27">
            <a:extLst>
              <a:ext uri="{FF2B5EF4-FFF2-40B4-BE49-F238E27FC236}">
                <a16:creationId xmlns:a16="http://schemas.microsoft.com/office/drawing/2014/main" id="{E8E85BF1-ECE3-36B1-719A-EB69A6E63E3E}"/>
              </a:ext>
            </a:extLst>
          </p:cNvPr>
          <p:cNvGrpSpPr/>
          <p:nvPr/>
        </p:nvGrpSpPr>
        <p:grpSpPr>
          <a:xfrm>
            <a:off x="6156370" y="1853054"/>
            <a:ext cx="789101" cy="222482"/>
            <a:chOff x="4308330" y="3506177"/>
            <a:chExt cx="789101" cy="222482"/>
          </a:xfrm>
        </p:grpSpPr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B746E6C5-767A-3D88-518C-CD4A39539B2F}"/>
                </a:ext>
              </a:extLst>
            </p:cNvPr>
            <p:cNvCxnSpPr>
              <a:cxnSpLocks/>
              <a:stCxn id="30" idx="6"/>
              <a:endCxn id="31" idx="2"/>
            </p:cNvCxnSpPr>
            <p:nvPr/>
          </p:nvCxnSpPr>
          <p:spPr bwMode="gray">
            <a:xfrm>
              <a:off x="4524330" y="3614177"/>
              <a:ext cx="357101" cy="6482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Oval 29">
                  <a:extLst>
                    <a:ext uri="{FF2B5EF4-FFF2-40B4-BE49-F238E27FC236}">
                      <a16:creationId xmlns:a16="http://schemas.microsoft.com/office/drawing/2014/main" id="{B4C85C21-C722-63CD-6AC2-9DEFC3F33EDD}"/>
                    </a:ext>
                  </a:extLst>
                </p:cNvPr>
                <p:cNvSpPr/>
                <p:nvPr/>
              </p:nvSpPr>
              <p:spPr bwMode="gray">
                <a:xfrm>
                  <a:off x="4308330" y="3506177"/>
                  <a:ext cx="216000" cy="216000"/>
                </a:xfrm>
                <a:prstGeom prst="ellipse">
                  <a:avLst/>
                </a:prstGeom>
                <a:solidFill>
                  <a:srgbClr val="00B050"/>
                </a:solidFill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Bef>
                      <a:spcPts val="300"/>
                    </a:spcBef>
                    <a:spcAft>
                      <a:spcPts val="300"/>
                    </a:spcAft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x-none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0" name="Oval 29">
                  <a:extLst>
                    <a:ext uri="{FF2B5EF4-FFF2-40B4-BE49-F238E27FC236}">
                      <a16:creationId xmlns:a16="http://schemas.microsoft.com/office/drawing/2014/main" id="{B4C85C21-C722-63CD-6AC2-9DEFC3F33ED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gray">
                <a:xfrm>
                  <a:off x="4308330" y="3506177"/>
                  <a:ext cx="216000" cy="216000"/>
                </a:xfrm>
                <a:prstGeom prst="ellipse">
                  <a:avLst/>
                </a:prstGeom>
                <a:blipFill>
                  <a:blip r:embed="rId18"/>
                  <a:stretch>
                    <a:fillRect l="-10526"/>
                  </a:stretch>
                </a:blipFill>
                <a:ln w="952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41D32716-9D0E-F245-DDD6-E6D9D9079666}"/>
                    </a:ext>
                  </a:extLst>
                </p:cNvPr>
                <p:cNvSpPr/>
                <p:nvPr/>
              </p:nvSpPr>
              <p:spPr bwMode="gray">
                <a:xfrm>
                  <a:off x="4881431" y="3512659"/>
                  <a:ext cx="216000" cy="21600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Bef>
                      <a:spcPts val="300"/>
                    </a:spcBef>
                    <a:spcAft>
                      <a:spcPts val="300"/>
                    </a:spcAft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x-none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41D32716-9D0E-F245-DDD6-E6D9D907966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gray">
                <a:xfrm>
                  <a:off x="4881431" y="3512659"/>
                  <a:ext cx="216000" cy="216000"/>
                </a:xfrm>
                <a:prstGeom prst="ellipse">
                  <a:avLst/>
                </a:prstGeom>
                <a:blipFill>
                  <a:blip r:embed="rId19"/>
                  <a:stretch>
                    <a:fillRect l="-5263"/>
                  </a:stretch>
                </a:blipFill>
                <a:ln w="952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7BB285FD-1B83-F181-C56E-25A97E876E56}"/>
              </a:ext>
            </a:extLst>
          </p:cNvPr>
          <p:cNvGrpSpPr/>
          <p:nvPr/>
        </p:nvGrpSpPr>
        <p:grpSpPr>
          <a:xfrm>
            <a:off x="7166634" y="3842025"/>
            <a:ext cx="783858" cy="216000"/>
            <a:chOff x="4308330" y="3872031"/>
            <a:chExt cx="783858" cy="216000"/>
          </a:xfrm>
        </p:grpSpPr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F1D14C78-5AC1-EAF6-C8B6-A2E15AC3BB02}"/>
                </a:ext>
              </a:extLst>
            </p:cNvPr>
            <p:cNvCxnSpPr>
              <a:cxnSpLocks/>
              <a:stCxn id="35" idx="2"/>
              <a:endCxn id="34" idx="6"/>
            </p:cNvCxnSpPr>
            <p:nvPr/>
          </p:nvCxnSpPr>
          <p:spPr bwMode="gray">
            <a:xfrm flipH="1">
              <a:off x="4524330" y="3980031"/>
              <a:ext cx="35185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Oval 33">
                  <a:extLst>
                    <a:ext uri="{FF2B5EF4-FFF2-40B4-BE49-F238E27FC236}">
                      <a16:creationId xmlns:a16="http://schemas.microsoft.com/office/drawing/2014/main" id="{6C76CEC1-90DD-8DBC-8C3A-EFE15CA1FC0E}"/>
                    </a:ext>
                  </a:extLst>
                </p:cNvPr>
                <p:cNvSpPr/>
                <p:nvPr/>
              </p:nvSpPr>
              <p:spPr bwMode="gray">
                <a:xfrm>
                  <a:off x="4308330" y="3872031"/>
                  <a:ext cx="216000" cy="216000"/>
                </a:xfrm>
                <a:prstGeom prst="ellipse">
                  <a:avLst/>
                </a:prstGeom>
                <a:solidFill>
                  <a:srgbClr val="FFC000"/>
                </a:solidFill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Bef>
                      <a:spcPts val="300"/>
                    </a:spcBef>
                    <a:spcAft>
                      <a:spcPts val="300"/>
                    </a:spcAft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x-none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4" name="Oval 33">
                  <a:extLst>
                    <a:ext uri="{FF2B5EF4-FFF2-40B4-BE49-F238E27FC236}">
                      <a16:creationId xmlns:a16="http://schemas.microsoft.com/office/drawing/2014/main" id="{6C76CEC1-90DD-8DBC-8C3A-EFE15CA1FC0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gray">
                <a:xfrm>
                  <a:off x="4308330" y="3872031"/>
                  <a:ext cx="216000" cy="216000"/>
                </a:xfrm>
                <a:prstGeom prst="ellipse">
                  <a:avLst/>
                </a:prstGeom>
                <a:blipFill>
                  <a:blip r:embed="rId20"/>
                  <a:stretch>
                    <a:fillRect l="-11111"/>
                  </a:stretch>
                </a:blipFill>
                <a:ln w="952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Oval 34">
                  <a:extLst>
                    <a:ext uri="{FF2B5EF4-FFF2-40B4-BE49-F238E27FC236}">
                      <a16:creationId xmlns:a16="http://schemas.microsoft.com/office/drawing/2014/main" id="{3D807522-E6A5-7A2E-60DC-0D4923419202}"/>
                    </a:ext>
                  </a:extLst>
                </p:cNvPr>
                <p:cNvSpPr/>
                <p:nvPr/>
              </p:nvSpPr>
              <p:spPr bwMode="gray">
                <a:xfrm>
                  <a:off x="4876188" y="3872031"/>
                  <a:ext cx="216000" cy="21600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Bef>
                      <a:spcPts val="300"/>
                    </a:spcBef>
                    <a:spcAft>
                      <a:spcPts val="300"/>
                    </a:spcAft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x-none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5" name="Oval 34">
                  <a:extLst>
                    <a:ext uri="{FF2B5EF4-FFF2-40B4-BE49-F238E27FC236}">
                      <a16:creationId xmlns:a16="http://schemas.microsoft.com/office/drawing/2014/main" id="{3D807522-E6A5-7A2E-60DC-0D492341920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gray">
                <a:xfrm>
                  <a:off x="4876188" y="3872031"/>
                  <a:ext cx="216000" cy="216000"/>
                </a:xfrm>
                <a:prstGeom prst="ellipse">
                  <a:avLst/>
                </a:prstGeom>
                <a:blipFill>
                  <a:blip r:embed="rId21"/>
                  <a:stretch>
                    <a:fillRect l="-5263"/>
                  </a:stretch>
                </a:blipFill>
                <a:ln w="952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6DDE626E-46CE-18CB-FE81-38A8FF1C124C}"/>
              </a:ext>
            </a:extLst>
          </p:cNvPr>
          <p:cNvGrpSpPr/>
          <p:nvPr/>
        </p:nvGrpSpPr>
        <p:grpSpPr>
          <a:xfrm>
            <a:off x="7161127" y="3393572"/>
            <a:ext cx="787482" cy="219445"/>
            <a:chOff x="4309685" y="4282438"/>
            <a:chExt cx="787482" cy="21944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B97EAAE7-E957-9AE3-CF04-7B41E29EDEC6}"/>
                    </a:ext>
                  </a:extLst>
                </p:cNvPr>
                <p:cNvSpPr/>
                <p:nvPr/>
              </p:nvSpPr>
              <p:spPr bwMode="gray">
                <a:xfrm>
                  <a:off x="4309685" y="4282438"/>
                  <a:ext cx="216000" cy="216000"/>
                </a:xfrm>
                <a:prstGeom prst="ellipse">
                  <a:avLst/>
                </a:prstGeom>
                <a:solidFill>
                  <a:srgbClr val="FFC000"/>
                </a:solidFill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Bef>
                      <a:spcPts val="300"/>
                    </a:spcBef>
                    <a:spcAft>
                      <a:spcPts val="300"/>
                    </a:spcAft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x-none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B97EAAE7-E957-9AE3-CF04-7B41E29EDEC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gray">
                <a:xfrm>
                  <a:off x="4309685" y="4282438"/>
                  <a:ext cx="216000" cy="216000"/>
                </a:xfrm>
                <a:prstGeom prst="ellipse">
                  <a:avLst/>
                </a:prstGeom>
                <a:blipFill>
                  <a:blip r:embed="rId22"/>
                  <a:stretch>
                    <a:fillRect l="-5263"/>
                  </a:stretch>
                </a:blipFill>
                <a:ln w="952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2BA8A2DD-0295-427C-1C65-FCF789765628}"/>
                    </a:ext>
                  </a:extLst>
                </p:cNvPr>
                <p:cNvSpPr/>
                <p:nvPr/>
              </p:nvSpPr>
              <p:spPr bwMode="gray">
                <a:xfrm>
                  <a:off x="4881167" y="4285883"/>
                  <a:ext cx="216000" cy="216000"/>
                </a:xfrm>
                <a:prstGeom prst="ellipse">
                  <a:avLst/>
                </a:prstGeom>
                <a:solidFill>
                  <a:srgbClr val="00B050"/>
                </a:solidFill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Bef>
                      <a:spcPts val="300"/>
                    </a:spcBef>
                    <a:spcAft>
                      <a:spcPts val="300"/>
                    </a:spcAft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x-none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2BA8A2DD-0295-427C-1C65-FCF78976562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gray">
                <a:xfrm>
                  <a:off x="4881167" y="4285883"/>
                  <a:ext cx="216000" cy="216000"/>
                </a:xfrm>
                <a:prstGeom prst="ellipse">
                  <a:avLst/>
                </a:prstGeom>
                <a:blipFill>
                  <a:blip r:embed="rId23"/>
                  <a:stretch>
                    <a:fillRect l="-10526"/>
                  </a:stretch>
                </a:blipFill>
                <a:ln w="952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79D21BB4-65E8-AA1C-F1A1-8A93C21E09A2}"/>
                </a:ext>
              </a:extLst>
            </p:cNvPr>
            <p:cNvCxnSpPr>
              <a:cxnSpLocks/>
              <a:stCxn id="37" idx="6"/>
              <a:endCxn id="38" idx="2"/>
            </p:cNvCxnSpPr>
            <p:nvPr/>
          </p:nvCxnSpPr>
          <p:spPr bwMode="gray">
            <a:xfrm>
              <a:off x="4525685" y="4390438"/>
              <a:ext cx="355482" cy="3445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2439AFC5-CE76-AB5C-4009-B3271EF2DA3F}"/>
              </a:ext>
            </a:extLst>
          </p:cNvPr>
          <p:cNvGrpSpPr/>
          <p:nvPr/>
        </p:nvGrpSpPr>
        <p:grpSpPr>
          <a:xfrm>
            <a:off x="6157392" y="2279232"/>
            <a:ext cx="783858" cy="221573"/>
            <a:chOff x="4308330" y="4538873"/>
            <a:chExt cx="783858" cy="22157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Oval 40">
                  <a:extLst>
                    <a:ext uri="{FF2B5EF4-FFF2-40B4-BE49-F238E27FC236}">
                      <a16:creationId xmlns:a16="http://schemas.microsoft.com/office/drawing/2014/main" id="{EB63C8A1-C596-1FF9-7655-D5934C7C745B}"/>
                    </a:ext>
                  </a:extLst>
                </p:cNvPr>
                <p:cNvSpPr/>
                <p:nvPr/>
              </p:nvSpPr>
              <p:spPr bwMode="gray">
                <a:xfrm>
                  <a:off x="4308330" y="4538873"/>
                  <a:ext cx="216000" cy="21600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Bef>
                      <a:spcPts val="300"/>
                    </a:spcBef>
                    <a:spcAft>
                      <a:spcPts val="300"/>
                    </a:spcAft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x-none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1" name="Oval 40">
                  <a:extLst>
                    <a:ext uri="{FF2B5EF4-FFF2-40B4-BE49-F238E27FC236}">
                      <a16:creationId xmlns:a16="http://schemas.microsoft.com/office/drawing/2014/main" id="{EB63C8A1-C596-1FF9-7655-D5934C7C745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gray">
                <a:xfrm>
                  <a:off x="4308330" y="4538873"/>
                  <a:ext cx="216000" cy="216000"/>
                </a:xfrm>
                <a:prstGeom prst="ellipse">
                  <a:avLst/>
                </a:prstGeom>
                <a:blipFill>
                  <a:blip r:embed="rId24"/>
                  <a:stretch>
                    <a:fillRect l="-10526"/>
                  </a:stretch>
                </a:blipFill>
                <a:ln w="952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Oval 41">
                  <a:extLst>
                    <a:ext uri="{FF2B5EF4-FFF2-40B4-BE49-F238E27FC236}">
                      <a16:creationId xmlns:a16="http://schemas.microsoft.com/office/drawing/2014/main" id="{FE0CD43D-E2EE-AC2F-5D05-E7EC659AD0AC}"/>
                    </a:ext>
                  </a:extLst>
                </p:cNvPr>
                <p:cNvSpPr/>
                <p:nvPr/>
              </p:nvSpPr>
              <p:spPr bwMode="gray">
                <a:xfrm>
                  <a:off x="4876188" y="4544446"/>
                  <a:ext cx="216000" cy="216000"/>
                </a:xfrm>
                <a:prstGeom prst="ellipse">
                  <a:avLst/>
                </a:prstGeom>
                <a:solidFill>
                  <a:srgbClr val="00B050"/>
                </a:solidFill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Bef>
                      <a:spcPts val="300"/>
                    </a:spcBef>
                    <a:spcAft>
                      <a:spcPts val="300"/>
                    </a:spcAft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x-none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2" name="Oval 41">
                  <a:extLst>
                    <a:ext uri="{FF2B5EF4-FFF2-40B4-BE49-F238E27FC236}">
                      <a16:creationId xmlns:a16="http://schemas.microsoft.com/office/drawing/2014/main" id="{FE0CD43D-E2EE-AC2F-5D05-E7EC659AD0A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gray">
                <a:xfrm>
                  <a:off x="4876188" y="4544446"/>
                  <a:ext cx="216000" cy="216000"/>
                </a:xfrm>
                <a:prstGeom prst="ellipse">
                  <a:avLst/>
                </a:prstGeom>
                <a:blipFill>
                  <a:blip r:embed="rId25"/>
                  <a:stretch>
                    <a:fillRect l="-5000"/>
                  </a:stretch>
                </a:blipFill>
                <a:ln w="952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497E70F4-0A88-0286-BD66-BCCDDC1F85EC}"/>
                </a:ext>
              </a:extLst>
            </p:cNvPr>
            <p:cNvCxnSpPr>
              <a:cxnSpLocks/>
              <a:stCxn id="41" idx="6"/>
              <a:endCxn id="42" idx="2"/>
            </p:cNvCxnSpPr>
            <p:nvPr/>
          </p:nvCxnSpPr>
          <p:spPr bwMode="gray">
            <a:xfrm>
              <a:off x="4524330" y="4646873"/>
              <a:ext cx="351858" cy="5573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41999142-AF96-B5AA-1010-22B4F38EACC8}"/>
              </a:ext>
            </a:extLst>
          </p:cNvPr>
          <p:cNvGrpSpPr/>
          <p:nvPr/>
        </p:nvGrpSpPr>
        <p:grpSpPr>
          <a:xfrm>
            <a:off x="8130266" y="3842025"/>
            <a:ext cx="783858" cy="216000"/>
            <a:chOff x="4308330" y="4862873"/>
            <a:chExt cx="783858" cy="216000"/>
          </a:xfrm>
        </p:grpSpPr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A8363F80-A98C-AB26-E061-376DA00C4C6F}"/>
                </a:ext>
              </a:extLst>
            </p:cNvPr>
            <p:cNvCxnSpPr>
              <a:cxnSpLocks/>
              <a:stCxn id="46" idx="2"/>
              <a:endCxn id="47" idx="6"/>
            </p:cNvCxnSpPr>
            <p:nvPr/>
          </p:nvCxnSpPr>
          <p:spPr bwMode="gray">
            <a:xfrm flipH="1">
              <a:off x="4524330" y="4970873"/>
              <a:ext cx="35185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Oval 45">
                  <a:extLst>
                    <a:ext uri="{FF2B5EF4-FFF2-40B4-BE49-F238E27FC236}">
                      <a16:creationId xmlns:a16="http://schemas.microsoft.com/office/drawing/2014/main" id="{1C543460-F212-0457-EE93-3FB9DE18497B}"/>
                    </a:ext>
                  </a:extLst>
                </p:cNvPr>
                <p:cNvSpPr/>
                <p:nvPr/>
              </p:nvSpPr>
              <p:spPr bwMode="gray">
                <a:xfrm>
                  <a:off x="4876188" y="4862873"/>
                  <a:ext cx="216000" cy="216000"/>
                </a:xfrm>
                <a:prstGeom prst="ellipse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Bef>
                      <a:spcPts val="300"/>
                    </a:spcBef>
                    <a:spcAft>
                      <a:spcPts val="300"/>
                    </a:spcAft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x-none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6" name="Oval 45">
                  <a:extLst>
                    <a:ext uri="{FF2B5EF4-FFF2-40B4-BE49-F238E27FC236}">
                      <a16:creationId xmlns:a16="http://schemas.microsoft.com/office/drawing/2014/main" id="{1C543460-F212-0457-EE93-3FB9DE18497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gray">
                <a:xfrm>
                  <a:off x="4876188" y="4862873"/>
                  <a:ext cx="216000" cy="216000"/>
                </a:xfrm>
                <a:prstGeom prst="ellipse">
                  <a:avLst/>
                </a:prstGeom>
                <a:blipFill>
                  <a:blip r:embed="rId26"/>
                  <a:stretch>
                    <a:fillRect l="-5263"/>
                  </a:stretch>
                </a:blipFill>
                <a:ln w="952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Oval 46">
                  <a:extLst>
                    <a:ext uri="{FF2B5EF4-FFF2-40B4-BE49-F238E27FC236}">
                      <a16:creationId xmlns:a16="http://schemas.microsoft.com/office/drawing/2014/main" id="{1A3CDE24-B99A-6BE6-3A63-7B58D3948583}"/>
                    </a:ext>
                  </a:extLst>
                </p:cNvPr>
                <p:cNvSpPr/>
                <p:nvPr/>
              </p:nvSpPr>
              <p:spPr bwMode="gray">
                <a:xfrm>
                  <a:off x="4308330" y="4862873"/>
                  <a:ext cx="216000" cy="21600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Bef>
                      <a:spcPts val="300"/>
                    </a:spcBef>
                    <a:spcAft>
                      <a:spcPts val="300"/>
                    </a:spcAft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x-none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7" name="Oval 46">
                  <a:extLst>
                    <a:ext uri="{FF2B5EF4-FFF2-40B4-BE49-F238E27FC236}">
                      <a16:creationId xmlns:a16="http://schemas.microsoft.com/office/drawing/2014/main" id="{1A3CDE24-B99A-6BE6-3A63-7B58D394858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gray">
                <a:xfrm>
                  <a:off x="4308330" y="4862873"/>
                  <a:ext cx="216000" cy="216000"/>
                </a:xfrm>
                <a:prstGeom prst="ellipse">
                  <a:avLst/>
                </a:prstGeom>
                <a:blipFill>
                  <a:blip r:embed="rId27"/>
                  <a:stretch>
                    <a:fillRect l="-5263"/>
                  </a:stretch>
                </a:blipFill>
                <a:ln w="952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177BAADC-6B16-4B1D-5D68-B64DCFE63E7F}"/>
              </a:ext>
            </a:extLst>
          </p:cNvPr>
          <p:cNvGrpSpPr/>
          <p:nvPr/>
        </p:nvGrpSpPr>
        <p:grpSpPr>
          <a:xfrm>
            <a:off x="5203324" y="1847716"/>
            <a:ext cx="779058" cy="216655"/>
            <a:chOff x="5232250" y="3512004"/>
            <a:chExt cx="779058" cy="21665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Oval 48">
                  <a:extLst>
                    <a:ext uri="{FF2B5EF4-FFF2-40B4-BE49-F238E27FC236}">
                      <a16:creationId xmlns:a16="http://schemas.microsoft.com/office/drawing/2014/main" id="{F31B5AC6-1007-A033-27AA-47D4EEDBE7C9}"/>
                    </a:ext>
                  </a:extLst>
                </p:cNvPr>
                <p:cNvSpPr/>
                <p:nvPr/>
              </p:nvSpPr>
              <p:spPr bwMode="gray">
                <a:xfrm>
                  <a:off x="5795308" y="3512659"/>
                  <a:ext cx="216000" cy="216000"/>
                </a:xfrm>
                <a:prstGeom prst="ellipse">
                  <a:avLst/>
                </a:prstGeom>
                <a:solidFill>
                  <a:srgbClr val="00B050"/>
                </a:solidFill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Bef>
                      <a:spcPts val="300"/>
                    </a:spcBef>
                    <a:spcAft>
                      <a:spcPts val="300"/>
                    </a:spcAft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x-none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9" name="Oval 48">
                  <a:extLst>
                    <a:ext uri="{FF2B5EF4-FFF2-40B4-BE49-F238E27FC236}">
                      <a16:creationId xmlns:a16="http://schemas.microsoft.com/office/drawing/2014/main" id="{F31B5AC6-1007-A033-27AA-47D4EEDBE7C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gray">
                <a:xfrm>
                  <a:off x="5795308" y="3512659"/>
                  <a:ext cx="216000" cy="216000"/>
                </a:xfrm>
                <a:prstGeom prst="ellipse">
                  <a:avLst/>
                </a:prstGeom>
                <a:blipFill>
                  <a:blip r:embed="rId28"/>
                  <a:stretch>
                    <a:fillRect l="-5263"/>
                  </a:stretch>
                </a:blipFill>
                <a:ln w="952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Oval 49">
                  <a:extLst>
                    <a:ext uri="{FF2B5EF4-FFF2-40B4-BE49-F238E27FC236}">
                      <a16:creationId xmlns:a16="http://schemas.microsoft.com/office/drawing/2014/main" id="{B3D2FDDB-91E9-2F3C-429D-46A5AE6FAF5E}"/>
                    </a:ext>
                  </a:extLst>
                </p:cNvPr>
                <p:cNvSpPr/>
                <p:nvPr/>
              </p:nvSpPr>
              <p:spPr bwMode="gray">
                <a:xfrm>
                  <a:off x="5232250" y="3512004"/>
                  <a:ext cx="216000" cy="21600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Bef>
                      <a:spcPts val="300"/>
                    </a:spcBef>
                    <a:spcAft>
                      <a:spcPts val="300"/>
                    </a:spcAft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x-none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0" name="Oval 49">
                  <a:extLst>
                    <a:ext uri="{FF2B5EF4-FFF2-40B4-BE49-F238E27FC236}">
                      <a16:creationId xmlns:a16="http://schemas.microsoft.com/office/drawing/2014/main" id="{B3D2FDDB-91E9-2F3C-429D-46A5AE6FAF5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gray">
                <a:xfrm>
                  <a:off x="5232250" y="3512004"/>
                  <a:ext cx="216000" cy="216000"/>
                </a:xfrm>
                <a:prstGeom prst="ellipse">
                  <a:avLst/>
                </a:prstGeom>
                <a:blipFill>
                  <a:blip r:embed="rId29"/>
                  <a:stretch>
                    <a:fillRect l="-5263"/>
                  </a:stretch>
                </a:blipFill>
                <a:ln w="952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96926F6D-4083-86EC-301F-999F8719EDF8}"/>
                </a:ext>
              </a:extLst>
            </p:cNvPr>
            <p:cNvCxnSpPr>
              <a:cxnSpLocks/>
              <a:stCxn id="50" idx="6"/>
              <a:endCxn id="49" idx="2"/>
            </p:cNvCxnSpPr>
            <p:nvPr/>
          </p:nvCxnSpPr>
          <p:spPr bwMode="gray">
            <a:xfrm>
              <a:off x="5448250" y="3620004"/>
              <a:ext cx="347058" cy="655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F4A57A15-06AB-1808-D578-175F6EFA4A07}"/>
              </a:ext>
            </a:extLst>
          </p:cNvPr>
          <p:cNvGrpSpPr/>
          <p:nvPr/>
        </p:nvGrpSpPr>
        <p:grpSpPr>
          <a:xfrm>
            <a:off x="8125237" y="3405666"/>
            <a:ext cx="783262" cy="220766"/>
            <a:chOff x="5228046" y="3867265"/>
            <a:chExt cx="783262" cy="220766"/>
          </a:xfrm>
        </p:grpSpPr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C88D5336-4E9A-0310-12AC-7DCEC415E733}"/>
                </a:ext>
              </a:extLst>
            </p:cNvPr>
            <p:cNvCxnSpPr>
              <a:cxnSpLocks/>
              <a:stCxn id="54" idx="6"/>
              <a:endCxn id="55" idx="2"/>
            </p:cNvCxnSpPr>
            <p:nvPr/>
          </p:nvCxnSpPr>
          <p:spPr bwMode="gray">
            <a:xfrm>
              <a:off x="5444046" y="3975265"/>
              <a:ext cx="351262" cy="4766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Oval 53">
                  <a:extLst>
                    <a:ext uri="{FF2B5EF4-FFF2-40B4-BE49-F238E27FC236}">
                      <a16:creationId xmlns:a16="http://schemas.microsoft.com/office/drawing/2014/main" id="{E49EDE8E-E8E4-70B2-BA81-33DBFECFF3AB}"/>
                    </a:ext>
                  </a:extLst>
                </p:cNvPr>
                <p:cNvSpPr/>
                <p:nvPr/>
              </p:nvSpPr>
              <p:spPr bwMode="gray">
                <a:xfrm>
                  <a:off x="5228046" y="3867265"/>
                  <a:ext cx="216000" cy="216000"/>
                </a:xfrm>
                <a:prstGeom prst="ellipse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Bef>
                      <a:spcPts val="300"/>
                    </a:spcBef>
                    <a:spcAft>
                      <a:spcPts val="300"/>
                    </a:spcAft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x-none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4" name="Oval 53">
                  <a:extLst>
                    <a:ext uri="{FF2B5EF4-FFF2-40B4-BE49-F238E27FC236}">
                      <a16:creationId xmlns:a16="http://schemas.microsoft.com/office/drawing/2014/main" id="{E49EDE8E-E8E4-70B2-BA81-33DBFECFF3A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gray">
                <a:xfrm>
                  <a:off x="5228046" y="3867265"/>
                  <a:ext cx="216000" cy="216000"/>
                </a:xfrm>
                <a:prstGeom prst="ellipse">
                  <a:avLst/>
                </a:prstGeom>
                <a:blipFill>
                  <a:blip r:embed="rId30"/>
                  <a:stretch>
                    <a:fillRect l="-10526"/>
                  </a:stretch>
                </a:blipFill>
                <a:ln w="952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Oval 54">
                  <a:extLst>
                    <a:ext uri="{FF2B5EF4-FFF2-40B4-BE49-F238E27FC236}">
                      <a16:creationId xmlns:a16="http://schemas.microsoft.com/office/drawing/2014/main" id="{3AFF251D-C54C-4A2C-40B4-D7EAEBD696E7}"/>
                    </a:ext>
                  </a:extLst>
                </p:cNvPr>
                <p:cNvSpPr/>
                <p:nvPr/>
              </p:nvSpPr>
              <p:spPr bwMode="gray">
                <a:xfrm>
                  <a:off x="5795308" y="3872031"/>
                  <a:ext cx="216000" cy="216000"/>
                </a:xfrm>
                <a:prstGeom prst="ellipse">
                  <a:avLst/>
                </a:prstGeom>
                <a:solidFill>
                  <a:srgbClr val="00B050"/>
                </a:solidFill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Bef>
                      <a:spcPts val="300"/>
                    </a:spcBef>
                    <a:spcAft>
                      <a:spcPts val="300"/>
                    </a:spcAft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x-none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5" name="Oval 54">
                  <a:extLst>
                    <a:ext uri="{FF2B5EF4-FFF2-40B4-BE49-F238E27FC236}">
                      <a16:creationId xmlns:a16="http://schemas.microsoft.com/office/drawing/2014/main" id="{3AFF251D-C54C-4A2C-40B4-D7EAEBD696E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gray">
                <a:xfrm>
                  <a:off x="5795308" y="3872031"/>
                  <a:ext cx="216000" cy="216000"/>
                </a:xfrm>
                <a:prstGeom prst="ellipse">
                  <a:avLst/>
                </a:prstGeom>
                <a:blipFill>
                  <a:blip r:embed="rId31"/>
                  <a:stretch>
                    <a:fillRect l="-11111"/>
                  </a:stretch>
                </a:blipFill>
                <a:ln w="952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1DA7BE33-177E-B08C-2C83-AED41F6903B7}"/>
              </a:ext>
            </a:extLst>
          </p:cNvPr>
          <p:cNvGrpSpPr/>
          <p:nvPr/>
        </p:nvGrpSpPr>
        <p:grpSpPr>
          <a:xfrm>
            <a:off x="5203324" y="2282019"/>
            <a:ext cx="780086" cy="216000"/>
            <a:chOff x="5228046" y="4260750"/>
            <a:chExt cx="780086" cy="21600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Oval 56">
                  <a:extLst>
                    <a:ext uri="{FF2B5EF4-FFF2-40B4-BE49-F238E27FC236}">
                      <a16:creationId xmlns:a16="http://schemas.microsoft.com/office/drawing/2014/main" id="{F805CB03-0502-A801-D788-25F916B601A4}"/>
                    </a:ext>
                  </a:extLst>
                </p:cNvPr>
                <p:cNvSpPr/>
                <p:nvPr/>
              </p:nvSpPr>
              <p:spPr bwMode="gray">
                <a:xfrm>
                  <a:off x="5792132" y="4260750"/>
                  <a:ext cx="216000" cy="216000"/>
                </a:xfrm>
                <a:prstGeom prst="ellipse">
                  <a:avLst/>
                </a:prstGeom>
                <a:solidFill>
                  <a:srgbClr val="00B050"/>
                </a:solidFill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Bef>
                      <a:spcPts val="300"/>
                    </a:spcBef>
                    <a:spcAft>
                      <a:spcPts val="300"/>
                    </a:spcAft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7</m:t>
                            </m:r>
                          </m:sub>
                        </m:sSub>
                      </m:oMath>
                    </m:oMathPara>
                  </a14:m>
                  <a:endParaRPr lang="x-none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7" name="Oval 56">
                  <a:extLst>
                    <a:ext uri="{FF2B5EF4-FFF2-40B4-BE49-F238E27FC236}">
                      <a16:creationId xmlns:a16="http://schemas.microsoft.com/office/drawing/2014/main" id="{F805CB03-0502-A801-D788-25F916B601A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gray">
                <a:xfrm>
                  <a:off x="5792132" y="4260750"/>
                  <a:ext cx="216000" cy="216000"/>
                </a:xfrm>
                <a:prstGeom prst="ellipse">
                  <a:avLst/>
                </a:prstGeom>
                <a:blipFill>
                  <a:blip r:embed="rId32"/>
                  <a:stretch>
                    <a:fillRect l="-5263"/>
                  </a:stretch>
                </a:blipFill>
                <a:ln w="952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7E926929-FDE3-D150-0B70-6113946153DB}"/>
                </a:ext>
              </a:extLst>
            </p:cNvPr>
            <p:cNvCxnSpPr>
              <a:cxnSpLocks/>
              <a:stCxn id="59" idx="6"/>
              <a:endCxn id="57" idx="2"/>
            </p:cNvCxnSpPr>
            <p:nvPr/>
          </p:nvCxnSpPr>
          <p:spPr bwMode="gray">
            <a:xfrm>
              <a:off x="5444046" y="4368750"/>
              <a:ext cx="348086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Oval 58">
                  <a:extLst>
                    <a:ext uri="{FF2B5EF4-FFF2-40B4-BE49-F238E27FC236}">
                      <a16:creationId xmlns:a16="http://schemas.microsoft.com/office/drawing/2014/main" id="{00CD820B-323C-8BC6-7BE1-EDFABFFF8F94}"/>
                    </a:ext>
                  </a:extLst>
                </p:cNvPr>
                <p:cNvSpPr/>
                <p:nvPr/>
              </p:nvSpPr>
              <p:spPr bwMode="gray">
                <a:xfrm>
                  <a:off x="5228046" y="4260750"/>
                  <a:ext cx="216000" cy="216000"/>
                </a:xfrm>
                <a:prstGeom prst="ellipse">
                  <a:avLst/>
                </a:prstGeom>
                <a:solidFill>
                  <a:srgbClr val="00B050"/>
                </a:solidFill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Bef>
                      <a:spcPts val="300"/>
                    </a:spcBef>
                    <a:spcAft>
                      <a:spcPts val="300"/>
                    </a:spcAft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x-none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9" name="Oval 58">
                  <a:extLst>
                    <a:ext uri="{FF2B5EF4-FFF2-40B4-BE49-F238E27FC236}">
                      <a16:creationId xmlns:a16="http://schemas.microsoft.com/office/drawing/2014/main" id="{00CD820B-323C-8BC6-7BE1-EDFABFFF8F9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gray">
                <a:xfrm>
                  <a:off x="5228046" y="4260750"/>
                  <a:ext cx="216000" cy="216000"/>
                </a:xfrm>
                <a:prstGeom prst="ellipse">
                  <a:avLst/>
                </a:prstGeom>
                <a:blipFill>
                  <a:blip r:embed="rId33"/>
                  <a:stretch>
                    <a:fillRect l="-5263"/>
                  </a:stretch>
                </a:blipFill>
                <a:ln w="952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3595C13C-BB7E-1D8C-CAD1-400B14973790}"/>
              </a:ext>
            </a:extLst>
          </p:cNvPr>
          <p:cNvGrpSpPr/>
          <p:nvPr/>
        </p:nvGrpSpPr>
        <p:grpSpPr>
          <a:xfrm>
            <a:off x="7157879" y="4299990"/>
            <a:ext cx="769736" cy="648024"/>
            <a:chOff x="6391766" y="3629062"/>
            <a:chExt cx="769736" cy="648024"/>
          </a:xfrm>
        </p:grpSpPr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4C1256FB-B41C-D4F6-7332-29378FDDD3D1}"/>
                </a:ext>
              </a:extLst>
            </p:cNvPr>
            <p:cNvCxnSpPr>
              <a:cxnSpLocks/>
              <a:stCxn id="63" idx="3"/>
              <a:endCxn id="62" idx="7"/>
            </p:cNvCxnSpPr>
            <p:nvPr/>
          </p:nvCxnSpPr>
          <p:spPr bwMode="gray">
            <a:xfrm flipH="1">
              <a:off x="6576134" y="3813430"/>
              <a:ext cx="396664" cy="81563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2" name="Oval 61">
                  <a:extLst>
                    <a:ext uri="{FF2B5EF4-FFF2-40B4-BE49-F238E27FC236}">
                      <a16:creationId xmlns:a16="http://schemas.microsoft.com/office/drawing/2014/main" id="{13B570B5-336E-6513-6EA3-D4751D3D1B3F}"/>
                    </a:ext>
                  </a:extLst>
                </p:cNvPr>
                <p:cNvSpPr/>
                <p:nvPr/>
              </p:nvSpPr>
              <p:spPr bwMode="gray">
                <a:xfrm>
                  <a:off x="6391766" y="3863361"/>
                  <a:ext cx="216000" cy="216000"/>
                </a:xfrm>
                <a:prstGeom prst="ellipse">
                  <a:avLst/>
                </a:prstGeom>
                <a:solidFill>
                  <a:srgbClr val="FFC000"/>
                </a:solidFill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Bef>
                      <a:spcPts val="300"/>
                    </a:spcBef>
                    <a:spcAft>
                      <a:spcPts val="300"/>
                    </a:spcAft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x-none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2" name="Oval 61">
                  <a:extLst>
                    <a:ext uri="{FF2B5EF4-FFF2-40B4-BE49-F238E27FC236}">
                      <a16:creationId xmlns:a16="http://schemas.microsoft.com/office/drawing/2014/main" id="{13B570B5-336E-6513-6EA3-D4751D3D1B3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gray">
                <a:xfrm>
                  <a:off x="6391766" y="3863361"/>
                  <a:ext cx="216000" cy="216000"/>
                </a:xfrm>
                <a:prstGeom prst="ellipse">
                  <a:avLst/>
                </a:prstGeom>
                <a:blipFill>
                  <a:blip r:embed="rId34"/>
                  <a:stretch>
                    <a:fillRect l="-10526"/>
                  </a:stretch>
                </a:blipFill>
                <a:ln w="952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Oval 62">
                  <a:extLst>
                    <a:ext uri="{FF2B5EF4-FFF2-40B4-BE49-F238E27FC236}">
                      <a16:creationId xmlns:a16="http://schemas.microsoft.com/office/drawing/2014/main" id="{3D5DDB15-6968-1B4E-F874-AAE2238BBC60}"/>
                    </a:ext>
                  </a:extLst>
                </p:cNvPr>
                <p:cNvSpPr/>
                <p:nvPr/>
              </p:nvSpPr>
              <p:spPr bwMode="gray">
                <a:xfrm>
                  <a:off x="6941166" y="3629062"/>
                  <a:ext cx="216000" cy="21600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Bef>
                      <a:spcPts val="300"/>
                    </a:spcBef>
                    <a:spcAft>
                      <a:spcPts val="300"/>
                    </a:spcAft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x-none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3" name="Oval 62">
                  <a:extLst>
                    <a:ext uri="{FF2B5EF4-FFF2-40B4-BE49-F238E27FC236}">
                      <a16:creationId xmlns:a16="http://schemas.microsoft.com/office/drawing/2014/main" id="{3D5DDB15-6968-1B4E-F874-AAE2238BBC6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gray">
                <a:xfrm>
                  <a:off x="6941166" y="3629062"/>
                  <a:ext cx="216000" cy="216000"/>
                </a:xfrm>
                <a:prstGeom prst="ellipse">
                  <a:avLst/>
                </a:prstGeom>
                <a:blipFill>
                  <a:blip r:embed="rId35"/>
                  <a:stretch>
                    <a:fillRect l="-10526"/>
                  </a:stretch>
                </a:blipFill>
                <a:ln w="952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4C02256E-7EE1-2930-512A-F6381D6B28FE}"/>
                    </a:ext>
                  </a:extLst>
                </p:cNvPr>
                <p:cNvSpPr/>
                <p:nvPr/>
              </p:nvSpPr>
              <p:spPr bwMode="gray">
                <a:xfrm>
                  <a:off x="6945502" y="4061086"/>
                  <a:ext cx="216000" cy="216000"/>
                </a:xfrm>
                <a:prstGeom prst="ellipse">
                  <a:avLst/>
                </a:prstGeom>
                <a:solidFill>
                  <a:srgbClr val="00B050"/>
                </a:solidFill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Bef>
                      <a:spcPts val="300"/>
                    </a:spcBef>
                    <a:spcAft>
                      <a:spcPts val="300"/>
                    </a:spcAft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x-none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4C02256E-7EE1-2930-512A-F6381D6B28F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gray">
                <a:xfrm>
                  <a:off x="6945502" y="4061086"/>
                  <a:ext cx="216000" cy="216000"/>
                </a:xfrm>
                <a:prstGeom prst="ellipse">
                  <a:avLst/>
                </a:prstGeom>
                <a:blipFill>
                  <a:blip r:embed="rId36"/>
                  <a:stretch>
                    <a:fillRect l="-5263"/>
                  </a:stretch>
                </a:blipFill>
                <a:ln w="952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5" name="Straight Arrow Connector 64">
              <a:extLst>
                <a:ext uri="{FF2B5EF4-FFF2-40B4-BE49-F238E27FC236}">
                  <a16:creationId xmlns:a16="http://schemas.microsoft.com/office/drawing/2014/main" id="{72BC4AA5-0F71-44D8-4EF5-1D43A20DDD0B}"/>
                </a:ext>
              </a:extLst>
            </p:cNvPr>
            <p:cNvCxnSpPr>
              <a:cxnSpLocks/>
              <a:stCxn id="62" idx="6"/>
              <a:endCxn id="64" idx="1"/>
            </p:cNvCxnSpPr>
            <p:nvPr/>
          </p:nvCxnSpPr>
          <p:spPr bwMode="gray">
            <a:xfrm>
              <a:off x="6607766" y="3971361"/>
              <a:ext cx="369368" cy="121357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1A03F27C-068F-EBD3-9DA7-EDB7B672CE1A}"/>
                </a:ext>
              </a:extLst>
            </p:cNvPr>
            <p:cNvCxnSpPr>
              <a:cxnSpLocks/>
              <a:stCxn id="63" idx="4"/>
              <a:endCxn id="64" idx="0"/>
            </p:cNvCxnSpPr>
            <p:nvPr/>
          </p:nvCxnSpPr>
          <p:spPr bwMode="gray">
            <a:xfrm>
              <a:off x="7049166" y="3845062"/>
              <a:ext cx="4336" cy="216024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A9B92F5E-E686-56EB-E797-0B38060B4A1D}"/>
              </a:ext>
            </a:extLst>
          </p:cNvPr>
          <p:cNvGrpSpPr/>
          <p:nvPr/>
        </p:nvGrpSpPr>
        <p:grpSpPr>
          <a:xfrm>
            <a:off x="8123299" y="4275820"/>
            <a:ext cx="783103" cy="640334"/>
            <a:chOff x="6372224" y="4443982"/>
            <a:chExt cx="783103" cy="640334"/>
          </a:xfrm>
        </p:grpSpPr>
        <p:cxnSp>
          <p:nvCxnSpPr>
            <p:cNvPr id="68" name="Straight Arrow Connector 67">
              <a:extLst>
                <a:ext uri="{FF2B5EF4-FFF2-40B4-BE49-F238E27FC236}">
                  <a16:creationId xmlns:a16="http://schemas.microsoft.com/office/drawing/2014/main" id="{B45D220D-4DD7-AF4D-88ED-2E98E0596CCC}"/>
                </a:ext>
              </a:extLst>
            </p:cNvPr>
            <p:cNvCxnSpPr>
              <a:cxnSpLocks/>
              <a:stCxn id="70" idx="3"/>
              <a:endCxn id="72" idx="7"/>
            </p:cNvCxnSpPr>
            <p:nvPr/>
          </p:nvCxnSpPr>
          <p:spPr bwMode="gray">
            <a:xfrm flipH="1">
              <a:off x="6556592" y="4628350"/>
              <a:ext cx="414367" cy="127558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Arrow Connector 68">
              <a:extLst>
                <a:ext uri="{FF2B5EF4-FFF2-40B4-BE49-F238E27FC236}">
                  <a16:creationId xmlns:a16="http://schemas.microsoft.com/office/drawing/2014/main" id="{D0E60A9C-27F3-208D-E25E-DB49A1CA1A95}"/>
                </a:ext>
              </a:extLst>
            </p:cNvPr>
            <p:cNvCxnSpPr>
              <a:cxnSpLocks/>
              <a:stCxn id="70" idx="4"/>
              <a:endCxn id="71" idx="0"/>
            </p:cNvCxnSpPr>
            <p:nvPr/>
          </p:nvCxnSpPr>
          <p:spPr bwMode="gray">
            <a:xfrm>
              <a:off x="7047327" y="4659982"/>
              <a:ext cx="0" cy="208334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Oval 69">
                  <a:extLst>
                    <a:ext uri="{FF2B5EF4-FFF2-40B4-BE49-F238E27FC236}">
                      <a16:creationId xmlns:a16="http://schemas.microsoft.com/office/drawing/2014/main" id="{D5F656DA-9A16-E5D2-ED24-738BCE8D3558}"/>
                    </a:ext>
                  </a:extLst>
                </p:cNvPr>
                <p:cNvSpPr/>
                <p:nvPr/>
              </p:nvSpPr>
              <p:spPr bwMode="gray">
                <a:xfrm>
                  <a:off x="6939327" y="4443982"/>
                  <a:ext cx="216000" cy="216000"/>
                </a:xfrm>
                <a:prstGeom prst="ellipse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Bef>
                      <a:spcPts val="300"/>
                    </a:spcBef>
                    <a:spcAft>
                      <a:spcPts val="300"/>
                    </a:spcAft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x-none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0" name="Oval 69">
                  <a:extLst>
                    <a:ext uri="{FF2B5EF4-FFF2-40B4-BE49-F238E27FC236}">
                      <a16:creationId xmlns:a16="http://schemas.microsoft.com/office/drawing/2014/main" id="{D5F656DA-9A16-E5D2-ED24-738BCE8D355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gray">
                <a:xfrm>
                  <a:off x="6939327" y="4443982"/>
                  <a:ext cx="216000" cy="216000"/>
                </a:xfrm>
                <a:prstGeom prst="ellipse">
                  <a:avLst/>
                </a:prstGeom>
                <a:blipFill>
                  <a:blip r:embed="rId37"/>
                  <a:stretch>
                    <a:fillRect l="-11111"/>
                  </a:stretch>
                </a:blipFill>
                <a:ln w="952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Oval 70">
                  <a:extLst>
                    <a:ext uri="{FF2B5EF4-FFF2-40B4-BE49-F238E27FC236}">
                      <a16:creationId xmlns:a16="http://schemas.microsoft.com/office/drawing/2014/main" id="{9E38760B-9A3B-A5B2-6FC5-C9814E6ECD97}"/>
                    </a:ext>
                  </a:extLst>
                </p:cNvPr>
                <p:cNvSpPr/>
                <p:nvPr/>
              </p:nvSpPr>
              <p:spPr bwMode="gray">
                <a:xfrm>
                  <a:off x="6939327" y="4868316"/>
                  <a:ext cx="216000" cy="216000"/>
                </a:xfrm>
                <a:prstGeom prst="ellipse">
                  <a:avLst/>
                </a:prstGeom>
                <a:solidFill>
                  <a:srgbClr val="00B050"/>
                </a:solidFill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Bef>
                      <a:spcPts val="300"/>
                    </a:spcBef>
                    <a:spcAft>
                      <a:spcPts val="300"/>
                    </a:spcAft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x-none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1" name="Oval 70">
                  <a:extLst>
                    <a:ext uri="{FF2B5EF4-FFF2-40B4-BE49-F238E27FC236}">
                      <a16:creationId xmlns:a16="http://schemas.microsoft.com/office/drawing/2014/main" id="{9E38760B-9A3B-A5B2-6FC5-C9814E6ECD9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gray">
                <a:xfrm>
                  <a:off x="6939327" y="4868316"/>
                  <a:ext cx="216000" cy="216000"/>
                </a:xfrm>
                <a:prstGeom prst="ellipse">
                  <a:avLst/>
                </a:prstGeom>
                <a:blipFill>
                  <a:blip r:embed="rId38"/>
                  <a:stretch>
                    <a:fillRect l="-11111"/>
                  </a:stretch>
                </a:blipFill>
                <a:ln w="952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Oval 71">
                  <a:extLst>
                    <a:ext uri="{FF2B5EF4-FFF2-40B4-BE49-F238E27FC236}">
                      <a16:creationId xmlns:a16="http://schemas.microsoft.com/office/drawing/2014/main" id="{DF436483-7D42-C718-950F-D25FDBE3412E}"/>
                    </a:ext>
                  </a:extLst>
                </p:cNvPr>
                <p:cNvSpPr/>
                <p:nvPr/>
              </p:nvSpPr>
              <p:spPr bwMode="gray">
                <a:xfrm>
                  <a:off x="6372224" y="4724276"/>
                  <a:ext cx="216000" cy="216000"/>
                </a:xfrm>
                <a:prstGeom prst="ellipse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Bef>
                      <a:spcPts val="300"/>
                    </a:spcBef>
                    <a:spcAft>
                      <a:spcPts val="300"/>
                    </a:spcAft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0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x-none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2" name="Oval 71">
                  <a:extLst>
                    <a:ext uri="{FF2B5EF4-FFF2-40B4-BE49-F238E27FC236}">
                      <a16:creationId xmlns:a16="http://schemas.microsoft.com/office/drawing/2014/main" id="{DF436483-7D42-C718-950F-D25FDBE3412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gray">
                <a:xfrm>
                  <a:off x="6372224" y="4724276"/>
                  <a:ext cx="216000" cy="216000"/>
                </a:xfrm>
                <a:prstGeom prst="ellipse">
                  <a:avLst/>
                </a:prstGeom>
                <a:blipFill>
                  <a:blip r:embed="rId39"/>
                  <a:stretch>
                    <a:fillRect l="-10526"/>
                  </a:stretch>
                </a:blipFill>
                <a:ln w="952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3" name="Straight Arrow Connector 72">
              <a:extLst>
                <a:ext uri="{FF2B5EF4-FFF2-40B4-BE49-F238E27FC236}">
                  <a16:creationId xmlns:a16="http://schemas.microsoft.com/office/drawing/2014/main" id="{18D384C3-AE7A-1FF6-91F3-8EC5C28106E7}"/>
                </a:ext>
              </a:extLst>
            </p:cNvPr>
            <p:cNvCxnSpPr>
              <a:cxnSpLocks/>
              <a:stCxn id="72" idx="6"/>
              <a:endCxn id="71" idx="2"/>
            </p:cNvCxnSpPr>
            <p:nvPr/>
          </p:nvCxnSpPr>
          <p:spPr bwMode="gray">
            <a:xfrm>
              <a:off x="6588224" y="4832276"/>
              <a:ext cx="351103" cy="144040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9AE0EF8A-7CA7-D644-20D6-3ACC3A7FC750}"/>
                  </a:ext>
                </a:extLst>
              </p:cNvPr>
              <p:cNvSpPr txBox="1"/>
              <p:nvPr/>
            </p:nvSpPr>
            <p:spPr bwMode="gray">
              <a:xfrm>
                <a:off x="7357998" y="2703744"/>
                <a:ext cx="382354" cy="21602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𝒞</m:t>
                          </m:r>
                        </m:e>
                        <m:sub>
                          <m:sSub>
                            <m:sSubPr>
                              <m:ctrlPr>
                                <a:rPr lang="en-US" sz="1200" b="0" i="1" dirty="0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dirty="0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1200" b="0" i="1" dirty="0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x-none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9AE0EF8A-7CA7-D644-20D6-3ACC3A7FC7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357998" y="2703744"/>
                <a:ext cx="382354" cy="216024"/>
              </a:xfrm>
              <a:prstGeom prst="rect">
                <a:avLst/>
              </a:prstGeom>
              <a:blipFill>
                <a:blip r:embed="rId40"/>
                <a:stretch>
                  <a:fillRect t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8F2F0AC3-C099-75A5-A237-17DF0C6523B3}"/>
                  </a:ext>
                </a:extLst>
              </p:cNvPr>
              <p:cNvSpPr txBox="1"/>
              <p:nvPr/>
            </p:nvSpPr>
            <p:spPr bwMode="gray">
              <a:xfrm>
                <a:off x="8358158" y="2732926"/>
                <a:ext cx="382354" cy="21602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𝒞</m:t>
                          </m:r>
                        </m:e>
                        <m:sub>
                          <m:sSub>
                            <m:sSubPr>
                              <m:ctrlPr>
                                <a:rPr lang="en-US" sz="1200" b="0" i="1" dirty="0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dirty="0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1200" b="0" i="1" dirty="0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x-none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8F2F0AC3-C099-75A5-A237-17DF0C6523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358158" y="2732926"/>
                <a:ext cx="382354" cy="216024"/>
              </a:xfrm>
              <a:prstGeom prst="rect">
                <a:avLst/>
              </a:prstGeom>
              <a:blipFill>
                <a:blip r:embed="rId4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BAB81AF3-11A8-A817-FF9C-DCEFB8753A74}"/>
                  </a:ext>
                </a:extLst>
              </p:cNvPr>
              <p:cNvSpPr txBox="1"/>
              <p:nvPr/>
            </p:nvSpPr>
            <p:spPr bwMode="gray">
              <a:xfrm>
                <a:off x="5669547" y="1172920"/>
                <a:ext cx="382354" cy="21602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𝒞</m:t>
                          </m:r>
                        </m:e>
                        <m:sub>
                          <m:r>
                            <a:rPr lang="en-US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</m:oMath>
                  </m:oMathPara>
                </a14:m>
                <a:endParaRPr lang="x-none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BAB81AF3-11A8-A817-FF9C-DCEFB8753A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669547" y="1172920"/>
                <a:ext cx="382354" cy="216024"/>
              </a:xfrm>
              <a:prstGeom prst="rect">
                <a:avLst/>
              </a:prstGeom>
              <a:blipFill>
                <a:blip r:embed="rId4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7" name="Rounded Rectangle 76">
            <a:extLst>
              <a:ext uri="{FF2B5EF4-FFF2-40B4-BE49-F238E27FC236}">
                <a16:creationId xmlns:a16="http://schemas.microsoft.com/office/drawing/2014/main" id="{AB12D33E-42F1-45DA-9DD4-CCDA7490AABA}"/>
              </a:ext>
            </a:extLst>
          </p:cNvPr>
          <p:cNvSpPr/>
          <p:nvPr/>
        </p:nvSpPr>
        <p:spPr bwMode="gray">
          <a:xfrm>
            <a:off x="7092280" y="2628909"/>
            <a:ext cx="900934" cy="2389026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200" b="1" dirty="0" err="1">
              <a:solidFill>
                <a:schemeClr val="bg1"/>
              </a:solidFill>
            </a:endParaRPr>
          </a:p>
        </p:txBody>
      </p:sp>
      <p:sp>
        <p:nvSpPr>
          <p:cNvPr id="79" name="Rounded Rectangle 78">
            <a:extLst>
              <a:ext uri="{FF2B5EF4-FFF2-40B4-BE49-F238E27FC236}">
                <a16:creationId xmlns:a16="http://schemas.microsoft.com/office/drawing/2014/main" id="{37442B0A-F96A-C7C7-7CAC-8026FB50C23D}"/>
              </a:ext>
            </a:extLst>
          </p:cNvPr>
          <p:cNvSpPr/>
          <p:nvPr/>
        </p:nvSpPr>
        <p:spPr bwMode="gray">
          <a:xfrm>
            <a:off x="8073779" y="2630995"/>
            <a:ext cx="899336" cy="2389027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200" b="1" dirty="0" err="1">
              <a:solidFill>
                <a:schemeClr val="bg1"/>
              </a:solidFill>
            </a:endParaRPr>
          </a:p>
        </p:txBody>
      </p:sp>
      <p:sp>
        <p:nvSpPr>
          <p:cNvPr id="80" name="Rounded Rectangle 79">
            <a:extLst>
              <a:ext uri="{FF2B5EF4-FFF2-40B4-BE49-F238E27FC236}">
                <a16:creationId xmlns:a16="http://schemas.microsoft.com/office/drawing/2014/main" id="{C4A57FD3-3B18-6A70-0C40-7FE226D6DC6B}"/>
              </a:ext>
            </a:extLst>
          </p:cNvPr>
          <p:cNvSpPr/>
          <p:nvPr/>
        </p:nvSpPr>
        <p:spPr bwMode="gray">
          <a:xfrm>
            <a:off x="5067388" y="1131590"/>
            <a:ext cx="1930603" cy="1497319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97D83EAC-A22D-56C0-B553-29317ACF9547}"/>
                  </a:ext>
                </a:extLst>
              </p:cNvPr>
              <p:cNvSpPr txBox="1"/>
              <p:nvPr/>
            </p:nvSpPr>
            <p:spPr bwMode="gray">
              <a:xfrm>
                <a:off x="1298031" y="2314320"/>
                <a:ext cx="3200805" cy="32643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𝒞</m:t>
                          </m:r>
                        </m:e>
                        <m:sub>
                          <m:sSub>
                            <m:sSubPr>
                              <m:ctrlPr>
                                <a:rPr lang="en-US" sz="1200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1200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sub>
                      </m:sSub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≔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∩</m:t>
                          </m:r>
                          <m:d>
                            <m:dPr>
                              <m:begChr m:val="{"/>
                              <m:endChr m:val="}"/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 smtClean="0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=∅∧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∩</m:t>
                          </m:r>
                          <m:d>
                            <m:dPr>
                              <m:begChr m:val="{"/>
                              <m:endChr m:val="}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 smtClean="0">
                                      <a:solidFill>
                                        <a:schemeClr val="accent1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solidFill>
                                        <a:schemeClr val="accent1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solidFill>
                                        <a:schemeClr val="accent1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≠∅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97D83EAC-A22D-56C0-B553-29317ACF95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298031" y="2314320"/>
                <a:ext cx="3200805" cy="326436"/>
              </a:xfrm>
              <a:prstGeom prst="rect">
                <a:avLst/>
              </a:prstGeom>
              <a:blipFill>
                <a:blip r:embed="rId4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0631F50A-E20E-4B5C-CA80-B7183C2F1775}"/>
                  </a:ext>
                </a:extLst>
              </p:cNvPr>
              <p:cNvSpPr txBox="1"/>
              <p:nvPr/>
            </p:nvSpPr>
            <p:spPr bwMode="gray">
              <a:xfrm>
                <a:off x="1298031" y="2582618"/>
                <a:ext cx="3200805" cy="30463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𝒞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≔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∩</m:t>
                          </m:r>
                          <m:d>
                            <m:dPr>
                              <m:begChr m:val="{"/>
                              <m:endChr m:val="}"/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 smtClean="0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=∅∧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∩</m:t>
                          </m:r>
                          <m:d>
                            <m:dPr>
                              <m:begChr m:val="{"/>
                              <m:endChr m:val="}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 smtClean="0">
                                      <a:solidFill>
                                        <a:schemeClr val="accent1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solidFill>
                                        <a:schemeClr val="accent1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solidFill>
                                        <a:schemeClr val="accent1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∅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0631F50A-E20E-4B5C-CA80-B7183C2F17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298031" y="2582618"/>
                <a:ext cx="3200805" cy="304635"/>
              </a:xfrm>
              <a:prstGeom prst="rect">
                <a:avLst/>
              </a:prstGeom>
              <a:blipFill>
                <a:blip r:embed="rId4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1A7AFF7B-FAF0-5B14-113F-79EB7E6C5E1B}"/>
                  </a:ext>
                </a:extLst>
              </p:cNvPr>
              <p:cNvSpPr txBox="1"/>
              <p:nvPr/>
            </p:nvSpPr>
            <p:spPr bwMode="gray">
              <a:xfrm>
                <a:off x="1298031" y="2067694"/>
                <a:ext cx="3200805" cy="30784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𝒞</m:t>
                          </m:r>
                        </m:e>
                        <m:sub>
                          <m:sSub>
                            <m:sSubPr>
                              <m:ctrlPr>
                                <a:rPr lang="en-US" sz="1200" b="0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1200" b="0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≔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∩</m:t>
                          </m:r>
                          <m:d>
                            <m:dPr>
                              <m:begChr m:val="{"/>
                              <m:endChr m:val="}"/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 smtClean="0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≠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∅∧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∩</m:t>
                          </m:r>
                          <m:d>
                            <m:dPr>
                              <m:begChr m:val="{"/>
                              <m:endChr m:val="}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 smtClean="0">
                                      <a:solidFill>
                                        <a:schemeClr val="accent1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solidFill>
                                        <a:schemeClr val="accent1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solidFill>
                                        <a:schemeClr val="accent1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=∅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1A7AFF7B-FAF0-5B14-113F-79EB7E6C5E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298031" y="2067694"/>
                <a:ext cx="3200805" cy="307841"/>
              </a:xfrm>
              <a:prstGeom prst="rect">
                <a:avLst/>
              </a:prstGeom>
              <a:blipFill>
                <a:blip r:embed="rId4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F9C66996-16DA-43D1-36E2-8DDDFCD67EFB}"/>
                  </a:ext>
                </a:extLst>
              </p:cNvPr>
              <p:cNvSpPr txBox="1"/>
              <p:nvPr/>
            </p:nvSpPr>
            <p:spPr bwMode="gray">
              <a:xfrm>
                <a:off x="916014" y="3149871"/>
                <a:ext cx="5317276" cy="61343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∝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∏"/>
                              <m:supHide m:val="on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𝒞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sz="1200" i="1" smtClean="0">
                                          <a:solidFill>
                                            <a:srgbClr val="FFC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solidFill>
                                            <a:srgbClr val="FFC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solidFill>
                                            <a:srgbClr val="FFC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sub>
                              </m:sSub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𝜓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𝐶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∏"/>
                              <m:supHide m:val="on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𝒞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sz="1200" i="1" smtClean="0">
                                          <a:solidFill>
                                            <a:schemeClr val="accent1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solidFill>
                                            <a:schemeClr val="accent1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  <m:sub>
                                      <m:r>
                                        <a:rPr lang="en-US" sz="1200" b="0" i="1" smtClean="0">
                                          <a:solidFill>
                                            <a:schemeClr val="accent1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sub>
                              </m:sSub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𝜓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𝐶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e>
                      </m:d>
                      <m:r>
                        <a:rPr lang="en-US" sz="1200" i="1"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∏"/>
                              <m:supHide m:val="on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𝒞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b>
                              </m:sSub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𝜓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𝐶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e>
                      </m:d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F9C66996-16DA-43D1-36E2-8DDDFCD67E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916014" y="3149871"/>
                <a:ext cx="5317276" cy="613438"/>
              </a:xfrm>
              <a:prstGeom prst="rect">
                <a:avLst/>
              </a:prstGeom>
              <a:blipFill>
                <a:blip r:embed="rId46"/>
                <a:stretch>
                  <a:fillRect t="-100000" b="-1306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78EB5BE8-78F7-2149-A3A4-AFF0392295E4}"/>
                  </a:ext>
                </a:extLst>
              </p:cNvPr>
              <p:cNvSpPr txBox="1"/>
              <p:nvPr/>
            </p:nvSpPr>
            <p:spPr bwMode="gray">
              <a:xfrm>
                <a:off x="916014" y="4147429"/>
                <a:ext cx="5766522" cy="67928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b="0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b="0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200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1200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sub>
                          </m:sSub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∝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12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sz="1200" i="1" dirty="0">
                                              <a:solidFill>
                                                <a:srgbClr val="00B05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 dirty="0">
                                              <a:solidFill>
                                                <a:srgbClr val="00B05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𝑆</m:t>
                                          </m:r>
                                        </m:e>
                                        <m:sub>
                                          <m:r>
                                            <a:rPr lang="en-US" sz="1200" i="1" dirty="0">
                                              <a:solidFill>
                                                <a:srgbClr val="00B05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sub>
                                  </m:sSub>
                                </m:e>
                              </m:d>
                            </m:sub>
                            <m:sup/>
                            <m:e>
                              <m:nary>
                                <m:naryPr>
                                  <m:chr m:val="∏"/>
                                  <m:supHide m:val="on"/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∈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𝒞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sz="1200" i="1" smtClean="0">
                                              <a:solidFill>
                                                <a:srgbClr val="FFC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solidFill>
                                                <a:srgbClr val="FFC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𝑋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solidFill>
                                                <a:srgbClr val="FFC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∪</m:t>
                                  </m:r>
                                  <m:sSub>
                                    <m:sSub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𝒞</m:t>
                                      </m:r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</m:sub>
                                  </m:sSub>
                                </m:sub>
                                <m:sup/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𝜓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𝐶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nary>
                            </m:e>
                          </m:nary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12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sz="1200" i="1" dirty="0">
                                              <a:solidFill>
                                                <a:srgbClr val="00B05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 dirty="0">
                                              <a:solidFill>
                                                <a:srgbClr val="00B05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𝑆</m:t>
                                          </m:r>
                                        </m:e>
                                        <m:sub>
                                          <m:r>
                                            <a:rPr lang="en-US" sz="1200" b="0" i="1" dirty="0" smtClean="0">
                                              <a:solidFill>
                                                <a:srgbClr val="00B05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</m:sub>
                                  </m:sSub>
                                </m:e>
                              </m:d>
                            </m:sub>
                            <m:sup/>
                            <m:e>
                              <m:nary>
                                <m:naryPr>
                                  <m:chr m:val="∏"/>
                                  <m:supHide m:val="on"/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∈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𝒞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sz="1200" i="1" smtClean="0">
                                              <a:solidFill>
                                                <a:schemeClr val="accent1">
                                                  <a:lumMod val="60000"/>
                                                  <a:lumOff val="4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solidFill>
                                                <a:schemeClr val="accent1">
                                                  <a:lumMod val="60000"/>
                                                  <a:lumOff val="4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𝑋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solidFill>
                                                <a:schemeClr val="accent1">
                                                  <a:lumMod val="60000"/>
                                                  <a:lumOff val="4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∪</m:t>
                                  </m:r>
                                  <m:sSub>
                                    <m:sSub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𝒞</m:t>
                                      </m:r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</m:sub>
                                  </m:sSub>
                                </m:sub>
                                <m:sup/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𝜓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𝐶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nary>
                            </m:e>
                          </m:nary>
                        </m:e>
                      </m:d>
                      <m:r>
                        <a:rPr lang="en-US" sz="1200" i="1" smtClean="0"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12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en-US" sz="1200" b="0" i="1" dirty="0" smtClean="0">
                                          <a:solidFill>
                                            <a:srgbClr val="00B05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sub>
                                  </m:sSub>
                                </m:e>
                              </m:d>
                            </m:sub>
                            <m:sup/>
                            <m:e>
                              <m:nary>
                                <m:naryPr>
                                  <m:chr m:val="∏"/>
                                  <m:supHide m:val="on"/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∈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𝒞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</m:sub>
                                  </m:sSub>
                                </m:sub>
                                <m:sup/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𝜓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𝐶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nary>
                            </m:e>
                          </m:nary>
                        </m:e>
                      </m:d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78EB5BE8-78F7-2149-A3A4-AFF0392295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916014" y="4147429"/>
                <a:ext cx="5766522" cy="679289"/>
              </a:xfrm>
              <a:prstGeom prst="rect">
                <a:avLst/>
              </a:prstGeom>
              <a:blipFill>
                <a:blip r:embed="rId47"/>
                <a:stretch>
                  <a:fillRect t="-87273" b="-1090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9" name="Rounded Rectangle 98">
            <a:extLst>
              <a:ext uri="{FF2B5EF4-FFF2-40B4-BE49-F238E27FC236}">
                <a16:creationId xmlns:a16="http://schemas.microsoft.com/office/drawing/2014/main" id="{42FB6378-B1BD-BEDB-ABE2-93614887AD95}"/>
              </a:ext>
            </a:extLst>
          </p:cNvPr>
          <p:cNvSpPr/>
          <p:nvPr/>
        </p:nvSpPr>
        <p:spPr bwMode="gray">
          <a:xfrm>
            <a:off x="2112964" y="4169022"/>
            <a:ext cx="1450924" cy="654186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x-non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1780EB5C-1B08-4B10-0007-904FDC805AA5}"/>
                  </a:ext>
                </a:extLst>
              </p:cNvPr>
              <p:cNvSpPr txBox="1"/>
              <p:nvPr/>
            </p:nvSpPr>
            <p:spPr bwMode="gray">
              <a:xfrm>
                <a:off x="2195736" y="4902266"/>
                <a:ext cx="331524" cy="21602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0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000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000" i="1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000" b="0" i="1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000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000" dirty="0">
                    <a:solidFill>
                      <a:srgbClr val="C00000"/>
                    </a:solidFill>
                  </a:rPr>
                  <a:t> </a:t>
                </a:r>
                <a:endParaRPr lang="x-none" sz="1000" dirty="0" err="1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1780EB5C-1B08-4B10-0007-904FDC805A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195736" y="4902266"/>
                <a:ext cx="331524" cy="216024"/>
              </a:xfrm>
              <a:prstGeom prst="rect">
                <a:avLst/>
              </a:prstGeom>
              <a:blipFill>
                <a:blip r:embed="rId48"/>
                <a:stretch>
                  <a:fillRect l="-14286" r="-10714" b="-5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B181FCDD-68CD-849C-7316-6C79261FD814}"/>
              </a:ext>
            </a:extLst>
          </p:cNvPr>
          <p:cNvCxnSpPr>
            <a:cxnSpLocks/>
            <a:stCxn id="100" idx="3"/>
            <a:endCxn id="99" idx="2"/>
          </p:cNvCxnSpPr>
          <p:nvPr/>
        </p:nvCxnSpPr>
        <p:spPr bwMode="gray">
          <a:xfrm flipV="1">
            <a:off x="2527260" y="4823208"/>
            <a:ext cx="311166" cy="18707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Rounded Rectangle 108">
            <a:extLst>
              <a:ext uri="{FF2B5EF4-FFF2-40B4-BE49-F238E27FC236}">
                <a16:creationId xmlns:a16="http://schemas.microsoft.com/office/drawing/2014/main" id="{29A1783C-8228-6363-8431-CEB98EFB4A80}"/>
              </a:ext>
            </a:extLst>
          </p:cNvPr>
          <p:cNvSpPr/>
          <p:nvPr/>
        </p:nvSpPr>
        <p:spPr bwMode="gray">
          <a:xfrm>
            <a:off x="3670012" y="4166872"/>
            <a:ext cx="1450924" cy="654186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x-non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1452A0D0-939E-9C2D-CF9C-82CB2B1CC9A7}"/>
                  </a:ext>
                </a:extLst>
              </p:cNvPr>
              <p:cNvSpPr txBox="1"/>
              <p:nvPr/>
            </p:nvSpPr>
            <p:spPr bwMode="gray">
              <a:xfrm>
                <a:off x="3752784" y="4890419"/>
                <a:ext cx="331524" cy="21602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0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000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000" i="1" dirty="0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 dirty="0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000" b="0" i="1" dirty="0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000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000" dirty="0">
                    <a:solidFill>
                      <a:srgbClr val="C00000"/>
                    </a:solidFill>
                  </a:rPr>
                  <a:t> </a:t>
                </a:r>
                <a:endParaRPr lang="x-none" sz="1000" dirty="0" err="1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1452A0D0-939E-9C2D-CF9C-82CB2B1CC9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752784" y="4890419"/>
                <a:ext cx="331524" cy="216024"/>
              </a:xfrm>
              <a:prstGeom prst="rect">
                <a:avLst/>
              </a:prstGeom>
              <a:blipFill>
                <a:blip r:embed="rId49"/>
                <a:stretch>
                  <a:fillRect l="-18519" r="-11111" b="-5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41035DA6-B114-3387-7118-7D0A15D136EE}"/>
              </a:ext>
            </a:extLst>
          </p:cNvPr>
          <p:cNvCxnSpPr>
            <a:cxnSpLocks/>
            <a:stCxn id="110" idx="3"/>
            <a:endCxn id="109" idx="2"/>
          </p:cNvCxnSpPr>
          <p:nvPr/>
        </p:nvCxnSpPr>
        <p:spPr bwMode="gray">
          <a:xfrm flipV="1">
            <a:off x="4084308" y="4821058"/>
            <a:ext cx="311166" cy="177373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Rounded Rectangle 111">
            <a:extLst>
              <a:ext uri="{FF2B5EF4-FFF2-40B4-BE49-F238E27FC236}">
                <a16:creationId xmlns:a16="http://schemas.microsoft.com/office/drawing/2014/main" id="{2A5B0D7A-E0E6-6DD8-E82A-877AC7B29214}"/>
              </a:ext>
            </a:extLst>
          </p:cNvPr>
          <p:cNvSpPr/>
          <p:nvPr/>
        </p:nvSpPr>
        <p:spPr bwMode="gray">
          <a:xfrm>
            <a:off x="5224066" y="4191975"/>
            <a:ext cx="1220142" cy="629083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x-none" sz="1200" b="1" dirty="0" err="1">
              <a:solidFill>
                <a:schemeClr val="bg1"/>
              </a:solidFill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9CA7D9C5-ED25-9FE0-167F-236ED5411C6D}"/>
              </a:ext>
            </a:extLst>
          </p:cNvPr>
          <p:cNvSpPr txBox="1"/>
          <p:nvPr/>
        </p:nvSpPr>
        <p:spPr bwMode="gray">
          <a:xfrm>
            <a:off x="5059694" y="4890419"/>
            <a:ext cx="578668" cy="21602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US" sz="1000" dirty="0">
                <a:solidFill>
                  <a:srgbClr val="C00000"/>
                </a:solidFill>
              </a:rPr>
              <a:t>constant </a:t>
            </a:r>
            <a:endParaRPr lang="x-none" sz="1000" dirty="0" err="1">
              <a:solidFill>
                <a:srgbClr val="C00000"/>
              </a:solidFill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59B34B9C-D445-2DDF-6741-044FBF234400}"/>
              </a:ext>
            </a:extLst>
          </p:cNvPr>
          <p:cNvCxnSpPr>
            <a:cxnSpLocks/>
            <a:stCxn id="113" idx="3"/>
            <a:endCxn id="112" idx="2"/>
          </p:cNvCxnSpPr>
          <p:nvPr/>
        </p:nvCxnSpPr>
        <p:spPr bwMode="gray">
          <a:xfrm flipV="1">
            <a:off x="5638362" y="4821058"/>
            <a:ext cx="195775" cy="177373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9271633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6" dur="1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7" dur="1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8" dur="1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0" dur="1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11" dur="1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2" dur="1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4" dur="1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15" dur="1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6" dur="1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8" dur="1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19" dur="1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0" dur="1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2" dur="1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23" dur="1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4" dur="1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6" dur="1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27" dur="1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8" dur="1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30" dur="1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31" dur="1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32" dur="1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47" dur="1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C000"/>
                                      </p:to>
                                    </p:animClr>
                                    <p:set>
                                      <p:cBhvr>
                                        <p:cTn id="48" dur="1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49" dur="1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51" dur="1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2DCFFF"/>
                                      </p:to>
                                    </p:animClr>
                                    <p:set>
                                      <p:cBhvr>
                                        <p:cTn id="52" dur="1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53" dur="1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55" dur="1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DD8C9D"/>
                                      </p:to>
                                    </p:animClr>
                                    <p:set>
                                      <p:cBhvr>
                                        <p:cTn id="56" dur="1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57" dur="1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61" dur="1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6B050"/>
                                      </p:to>
                                    </p:animClr>
                                    <p:set>
                                      <p:cBhvr>
                                        <p:cTn id="62" dur="1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63" dur="1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65" dur="1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6B050"/>
                                      </p:to>
                                    </p:animClr>
                                    <p:set>
                                      <p:cBhvr>
                                        <p:cTn id="66" dur="1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67" dur="1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69" dur="1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6B050"/>
                                      </p:to>
                                    </p:animClr>
                                    <p:set>
                                      <p:cBhvr>
                                        <p:cTn id="70" dur="1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71" dur="1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73" dur="1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6B050"/>
                                      </p:to>
                                    </p:animClr>
                                    <p:set>
                                      <p:cBhvr>
                                        <p:cTn id="74" dur="1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75" dur="1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0" dur="500"/>
                                        <p:tgtEl>
                                          <p:spTgt spid="9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5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6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9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2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5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0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8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1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4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7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0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5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6" fill="hold">
                      <p:stCondLst>
                        <p:cond delay="indefinite"/>
                      </p:stCondLst>
                      <p:childTnLst>
                        <p:par>
                          <p:cTn id="137" fill="hold">
                            <p:stCondLst>
                              <p:cond delay="0"/>
                            </p:stCondLst>
                            <p:childTnLst>
                              <p:par>
                                <p:cTn id="13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8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1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4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7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0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1" fill="hold">
                      <p:stCondLst>
                        <p:cond delay="indefinite"/>
                      </p:stCondLst>
                      <p:childTnLst>
                        <p:par>
                          <p:cTn id="172" fill="hold">
                            <p:stCondLst>
                              <p:cond delay="0"/>
                            </p:stCondLst>
                            <p:childTnLst>
                              <p:par>
                                <p:cTn id="17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5" dur="500"/>
                                        <p:tgtEl>
                                          <p:spTgt spid="9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8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9" fill="hold">
                      <p:stCondLst>
                        <p:cond delay="indefinite"/>
                      </p:stCondLst>
                      <p:childTnLst>
                        <p:par>
                          <p:cTn id="180" fill="hold">
                            <p:stCondLst>
                              <p:cond delay="0"/>
                            </p:stCondLst>
                            <p:childTnLst>
                              <p:par>
                                <p:cTn id="181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3" dur="500"/>
                                        <p:tgtEl>
                                          <p:spTgt spid="9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4" fill="hold">
                      <p:stCondLst>
                        <p:cond delay="indefinite"/>
                      </p:stCondLst>
                      <p:childTnLst>
                        <p:par>
                          <p:cTn id="185" fill="hold">
                            <p:stCondLst>
                              <p:cond delay="0"/>
                            </p:stCondLst>
                            <p:childTnLst>
                              <p:par>
                                <p:cTn id="18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8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9" fill="hold">
                      <p:stCondLst>
                        <p:cond delay="indefinite"/>
                      </p:stCondLst>
                      <p:childTnLst>
                        <p:par>
                          <p:cTn id="190" fill="hold">
                            <p:stCondLst>
                              <p:cond delay="0"/>
                            </p:stCondLst>
                            <p:childTnLst>
                              <p:par>
                                <p:cTn id="19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3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6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9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0" fill="hold">
                      <p:stCondLst>
                        <p:cond delay="indefinite"/>
                      </p:stCondLst>
                      <p:childTnLst>
                        <p:par>
                          <p:cTn id="201" fill="hold">
                            <p:stCondLst>
                              <p:cond delay="0"/>
                            </p:stCondLst>
                            <p:childTnLst>
                              <p:par>
                                <p:cTn id="20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4" dur="5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7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0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1" fill="hold">
                      <p:stCondLst>
                        <p:cond delay="indefinite"/>
                      </p:stCondLst>
                      <p:childTnLst>
                        <p:par>
                          <p:cTn id="212" fill="hold">
                            <p:stCondLst>
                              <p:cond delay="0"/>
                            </p:stCondLst>
                            <p:childTnLst>
                              <p:par>
                                <p:cTn id="21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5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8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1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74" grpId="0"/>
      <p:bldP spid="75" grpId="0"/>
      <p:bldP spid="76" grpId="0"/>
      <p:bldP spid="77" grpId="0" animBg="1"/>
      <p:bldP spid="79" grpId="0" animBg="1"/>
      <p:bldP spid="80" grpId="0" animBg="1"/>
      <p:bldP spid="86" grpId="0"/>
      <p:bldP spid="87" grpId="0"/>
      <p:bldP spid="88" grpId="0"/>
      <p:bldP spid="91" grpId="0"/>
      <p:bldP spid="98" grpId="0"/>
      <p:bldP spid="99" grpId="0" animBg="1"/>
      <p:bldP spid="100" grpId="0"/>
      <p:bldP spid="109" grpId="0" animBg="1"/>
      <p:bldP spid="110" grpId="0"/>
      <p:bldP spid="112" grpId="0" animBg="1"/>
      <p:bldP spid="113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8F9D56-3503-E694-F990-7CDE4B87F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37252820-F6D7-4B6F-BF36-8E0647FAD3D9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7237560" cy="3132113"/>
              </a:xfrm>
            </p:spPr>
            <p:txBody>
              <a:bodyPr/>
              <a:lstStyle/>
              <a:p>
                <a:r>
                  <a:rPr lang="en-US" dirty="0"/>
                  <a:t>If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are discrete random variables, we can </a:t>
                </a:r>
                <a:r>
                  <a:rPr lang="en-US" i="1" dirty="0"/>
                  <a:t>sample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as follows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b="1" dirty="0"/>
              </a:p>
              <a:p>
                <a:r>
                  <a:rPr lang="en-US" b="1" dirty="0"/>
                  <a:t>Assumption</a:t>
                </a:r>
                <a:r>
                  <a:rPr lang="en-US" dirty="0"/>
                  <a:t>: There are only a few cliques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𝒞</m:t>
                        </m:r>
                      </m:e>
                      <m: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≔</m:t>
                    </m:r>
                    <m:d>
                      <m:dPr>
                        <m:begChr m:val="{"/>
                        <m:endChr m:val="}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∩</m:t>
                        </m:r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≠∅</m:t>
                        </m:r>
                      </m:e>
                    </m:d>
                  </m:oMath>
                </a14:m>
                <a:r>
                  <a:rPr lang="en-US" dirty="0"/>
                  <a:t> because </a:t>
                </a:r>
              </a:p>
              <a:p>
                <a:pPr marL="611187" lvl="1" indent="-342900">
                  <a:buFont typeface="+mj-lt"/>
                  <a:buAutoNum type="arabicPeriod"/>
                </a:pPr>
                <a:endParaRPr lang="en-US" sz="1200" dirty="0"/>
              </a:p>
              <a:p>
                <a:endParaRPr lang="en-US" b="1" dirty="0"/>
              </a:p>
              <a:p>
                <a:r>
                  <a:rPr lang="en-US" b="1" dirty="0"/>
                  <a:t>Problem</a:t>
                </a:r>
                <a:r>
                  <a:rPr lang="en-US" dirty="0"/>
                  <a:t>: Step 2 produced highly correlated samples (thus we skip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 samples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dirty="0"/>
                  <a:t>)</a:t>
                </a:r>
              </a:p>
              <a:p>
                <a:endParaRPr lang="en-US" b="1" dirty="0"/>
              </a:p>
              <a:p>
                <a:r>
                  <a:rPr lang="en-US" b="1" dirty="0"/>
                  <a:t>Advantage</a:t>
                </a:r>
                <a:r>
                  <a:rPr lang="en-US" dirty="0"/>
                  <a:t>: We can easily condition on observed variables thereby reducing the number of elements of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dirty="0"/>
                  <a:t> in step 2!</a:t>
                </a:r>
                <a:endParaRPr lang="en-US" b="1" dirty="0"/>
              </a:p>
            </p:txBody>
          </p:sp>
        </mc:Choice>
        <mc:Fallback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37252820-F6D7-4B6F-BF36-8E0647FAD3D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7237560" cy="3132113"/>
              </a:xfrm>
              <a:blipFill>
                <a:blip r:embed="rId2"/>
                <a:stretch>
                  <a:fillRect t="-403" b="-201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7F9F592-64E0-5173-4D11-3D5DB46FA4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Sampling an Undirected Graphical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7C45829-C342-6B7B-E8C3-6E9CB1141D29}"/>
                  </a:ext>
                </a:extLst>
              </p:cNvPr>
              <p:cNvSpPr txBox="1"/>
              <p:nvPr/>
            </p:nvSpPr>
            <p:spPr bwMode="gray">
              <a:xfrm>
                <a:off x="394892" y="1780612"/>
                <a:ext cx="6985419" cy="954107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marL="268287" lvl="1" algn="ctr"/>
                <a:r>
                  <a:rPr lang="en-US" sz="1400" b="1" dirty="0"/>
                  <a:t>Gibbs Sampling</a:t>
                </a:r>
                <a:endParaRPr lang="en-US" sz="1400" dirty="0"/>
              </a:p>
              <a:p>
                <a:pPr marL="611187" lvl="1" indent="-342900">
                  <a:buFont typeface="+mj-lt"/>
                  <a:buAutoNum type="arabicPeriod"/>
                </a:pPr>
                <a:r>
                  <a:rPr lang="en-US" sz="1400" dirty="0"/>
                  <a:t>Initialize all random variables with a value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1400" i="1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en-US" sz="1400" dirty="0"/>
              </a:p>
              <a:p>
                <a:pPr marL="611187" lvl="1" indent="-342900">
                  <a:buFont typeface="+mj-lt"/>
                  <a:buAutoNum type="arabicPeriod"/>
                </a:pPr>
                <a:r>
                  <a:rPr lang="en-US" sz="1400" dirty="0"/>
                  <a:t>For all </a:t>
                </a:r>
                <a14:m>
                  <m:oMath xmlns:m="http://schemas.openxmlformats.org/officeDocument/2006/math"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∈{1,…,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4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…,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sz="1400" dirty="0"/>
              </a:p>
              <a:p>
                <a:pPr marL="611187" lvl="1" indent="-342900">
                  <a:buFont typeface="+mj-lt"/>
                  <a:buAutoNum type="arabicPeriod"/>
                </a:pPr>
                <a:r>
                  <a:rPr lang="en-US" sz="1400" dirty="0"/>
                  <a:t>Skip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1400" dirty="0"/>
                  <a:t> such generated samples </a:t>
                </a:r>
                <a14:m>
                  <m:oMath xmlns:m="http://schemas.openxmlformats.org/officeDocument/2006/math">
                    <m:r>
                      <a:rPr lang="en-US" sz="1400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sz="1400" dirty="0"/>
                  <a:t> to remove</a:t>
                </a:r>
                <a:endParaRPr lang="x-none" sz="140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7C45829-C342-6B7B-E8C3-6E9CB1141D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94892" y="1780612"/>
                <a:ext cx="6985419" cy="95410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>
            <a:extLst>
              <a:ext uri="{FF2B5EF4-FFF2-40B4-BE49-F238E27FC236}">
                <a16:creationId xmlns:a16="http://schemas.microsoft.com/office/drawing/2014/main" id="{B6EDF17C-BC8F-34A8-F0A6-2737B4FED5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44475" y="1074093"/>
            <a:ext cx="759973" cy="10132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47F47841-B173-9D17-9147-E1BB792AC1BA}"/>
              </a:ext>
            </a:extLst>
          </p:cNvPr>
          <p:cNvSpPr txBox="1"/>
          <p:nvPr/>
        </p:nvSpPr>
        <p:spPr bwMode="gray">
          <a:xfrm>
            <a:off x="7735838" y="2089180"/>
            <a:ext cx="101327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00" b="1" dirty="0">
                <a:solidFill>
                  <a:srgbClr val="202122"/>
                </a:solidFill>
                <a:latin typeface="Arial" panose="020B0604020202020204" pitchFamily="34" charset="0"/>
              </a:rPr>
              <a:t>Josiah W. Gibbs</a:t>
            </a:r>
            <a:br>
              <a:rPr lang="en-US" sz="800" b="1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</a:br>
            <a:r>
              <a:rPr lang="en-US" sz="800" b="1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(1839 – 1903)</a:t>
            </a:r>
            <a:endParaRPr lang="en-US" sz="800" dirty="0"/>
          </a:p>
        </p:txBody>
      </p:sp>
      <p:pic>
        <p:nvPicPr>
          <p:cNvPr id="1028" name="Picture 4" descr="Dr. Donald Geman">
            <a:extLst>
              <a:ext uri="{FF2B5EF4-FFF2-40B4-BE49-F238E27FC236}">
                <a16:creationId xmlns:a16="http://schemas.microsoft.com/office/drawing/2014/main" id="{7381FA8E-1D8F-96F7-445A-3AE46EBFA1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9501" y="2547372"/>
            <a:ext cx="765944" cy="765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A698F91D-9F52-0D58-A2B5-08C652856509}"/>
              </a:ext>
            </a:extLst>
          </p:cNvPr>
          <p:cNvSpPr txBox="1"/>
          <p:nvPr/>
        </p:nvSpPr>
        <p:spPr bwMode="gray">
          <a:xfrm>
            <a:off x="7735838" y="3313316"/>
            <a:ext cx="101327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00" b="1" dirty="0">
                <a:solidFill>
                  <a:srgbClr val="202122"/>
                </a:solidFill>
                <a:latin typeface="Arial" panose="020B0604020202020204" pitchFamily="34" charset="0"/>
              </a:rPr>
              <a:t>Donald </a:t>
            </a:r>
            <a:r>
              <a:rPr lang="en-US" sz="800" b="1" dirty="0" err="1">
                <a:solidFill>
                  <a:srgbClr val="202122"/>
                </a:solidFill>
                <a:latin typeface="Arial" panose="020B0604020202020204" pitchFamily="34" charset="0"/>
              </a:rPr>
              <a:t>Geman</a:t>
            </a:r>
            <a:r>
              <a:rPr lang="en-US" sz="800" b="1" dirty="0">
                <a:solidFill>
                  <a:srgbClr val="202122"/>
                </a:solidFill>
                <a:latin typeface="Arial" panose="020B0604020202020204" pitchFamily="34" charset="0"/>
              </a:rPr>
              <a:t> </a:t>
            </a:r>
            <a:r>
              <a:rPr lang="en-US" sz="800" b="1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(1943 –)</a:t>
            </a:r>
            <a:endParaRPr lang="en-US" sz="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63CDC81-3AE1-1D5F-C68D-C240DACBB1A8}"/>
                  </a:ext>
                </a:extLst>
              </p:cNvPr>
              <p:cNvSpPr txBox="1"/>
              <p:nvPr/>
            </p:nvSpPr>
            <p:spPr bwMode="gray">
              <a:xfrm>
                <a:off x="857817" y="3313896"/>
                <a:ext cx="5909999" cy="5539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…,</m:t>
                          </m:r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∝</m:t>
                      </m:r>
                      <m:nary>
                        <m:naryPr>
                          <m:chr m:val="∏"/>
                          <m:limLoc m:val="subSup"/>
                          <m:supHide m:val="on"/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1400" i="1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𝒞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sub>
                          </m:sSub>
                        </m:sub>
                        <m:sup/>
                        <m:e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𝜓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63CDC81-3AE1-1D5F-C68D-C240DACBB1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57817" y="3313896"/>
                <a:ext cx="5909999" cy="553998"/>
              </a:xfrm>
              <a:prstGeom prst="rect">
                <a:avLst/>
              </a:prstGeom>
              <a:blipFill>
                <a:blip r:embed="rId6"/>
                <a:stretch>
                  <a:fillRect t="-140909" b="-1909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95113970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10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1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6" dur="500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2" grpId="0"/>
      <p:bldP spid="13" grpId="0"/>
      <p:bldP spid="19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8FC3CA9E-D4CB-6DF9-C101-A885E4E067A0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r>
                  <a:rPr lang="en-US" b="1" dirty="0"/>
                  <a:t>Ising Model</a:t>
                </a:r>
                <a:r>
                  <a:rPr lang="en-US" dirty="0"/>
                  <a:t>: Defined on 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dirty="0"/>
                  <a:t> grid of binary labels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−1,+1</m:t>
                        </m:r>
                      </m:e>
                    </m:d>
                  </m:oMath>
                </a14:m>
                <a:r>
                  <a:rPr lang="en-US" dirty="0"/>
                  <a:t> with 4-neighbourhood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𝔑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+1,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+1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e>
                    </m:d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8FC3CA9E-D4CB-6DF9-C101-A885E4E067A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3"/>
                <a:stretch>
                  <a:fillRect t="-3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A2810D6E-5AFB-C46F-119A-299303572F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Sampling an Undirected Graphical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4911A0F-AC0D-AF26-66B7-8E129EBCDFF9}"/>
                  </a:ext>
                </a:extLst>
              </p:cNvPr>
              <p:cNvSpPr txBox="1"/>
              <p:nvPr/>
            </p:nvSpPr>
            <p:spPr bwMode="gray">
              <a:xfrm>
                <a:off x="1836776" y="1839434"/>
                <a:ext cx="4966392" cy="7859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∝</m:t>
                      </m:r>
                      <m:func>
                        <m:func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400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∏"/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sup>
                                <m:e>
                                  <m:nary>
                                    <m:naryPr>
                                      <m:chr m:val="∏"/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m:rPr>
                                          <m:brk m:alnAt="23"/>
                                        </m:r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sub>
                                    <m:sup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sup>
                                    <m:e>
                                      <m:d>
                                        <m:dPr>
                                          <m:begChr m:val="["/>
                                          <m:endChr m:val="]"/>
                                          <m:ctrlP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  <m: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  <m:t>⋅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1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400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4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  <m:r>
                                                <a:rPr lang="en-US" sz="1400" i="1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sz="1400" i="1">
                                                  <a:latin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  <m:t>+</m:t>
                                          </m:r>
                                          <m:nary>
                                            <m:naryPr>
                                              <m:chr m:val="∑"/>
                                              <m:supHide m:val="on"/>
                                              <m:ctrlPr>
                                                <a:rPr lang="en-US" sz="1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naryPr>
                                            <m:sub>
                                              <m:d>
                                                <m:dPr>
                                                  <m:ctrlPr>
                                                    <a:rPr lang="en-US" sz="1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sSup>
                                                    <m:sSupPr>
                                                      <m:ctrlPr>
                                                        <a:rPr lang="en-US" sz="14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r>
                                                        <m:rPr>
                                                          <m:brk m:alnAt="23"/>
                                                        </m:rPr>
                                                        <a:rPr lang="en-US" sz="14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𝑖</m:t>
                                                      </m:r>
                                                    </m:e>
                                                    <m:sup>
                                                      <m:r>
                                                        <m:rPr>
                                                          <m:brk m:alnAt="23"/>
                                                        </m:rPr>
                                                        <a:rPr lang="en-US" sz="14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′</m:t>
                                                      </m:r>
                                                    </m:sup>
                                                  </m:sSup>
                                                  <m:r>
                                                    <m:rPr>
                                                      <m:brk m:alnAt="23"/>
                                                    </m:rPr>
                                                    <a:rPr lang="en-US" sz="1400" i="1">
                                                      <a:latin typeface="Cambria Math" panose="02040503050406030204" pitchFamily="18" charset="0"/>
                                                    </a:rPr>
                                                    <m:t>,</m:t>
                                                  </m:r>
                                                  <m:sSup>
                                                    <m:sSupPr>
                                                      <m:ctrlPr>
                                                        <a:rPr lang="en-US" sz="14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r>
                                                        <m:rPr>
                                                          <m:brk m:alnAt="23"/>
                                                        </m:rPr>
                                                        <a:rPr lang="en-US" sz="14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𝑗</m:t>
                                                      </m:r>
                                                    </m:e>
                                                    <m:sup>
                                                      <m:r>
                                                        <m:rPr>
                                                          <m:brk m:alnAt="23"/>
                                                        </m:rPr>
                                                        <a:rPr lang="en-US" sz="14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′</m:t>
                                                      </m:r>
                                                    </m:sup>
                                                  </m:sSup>
                                                </m:e>
                                              </m:d>
                                              <m:r>
                                                <a:rPr lang="en-US" sz="1400" i="1">
                                                  <a:latin typeface="Cambria Math" panose="02040503050406030204" pitchFamily="18" charset="0"/>
                                                </a:rPr>
                                                <m:t>∈</m:t>
                                              </m:r>
                                              <m:r>
                                                <a:rPr lang="en-US" sz="14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𝔑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en-US" sz="1400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US" sz="1400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𝑖</m:t>
                                                  </m:r>
                                                  <m:r>
                                                    <a:rPr lang="en-US" sz="1400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,</m:t>
                                                  </m:r>
                                                  <m:r>
                                                    <a:rPr lang="en-US" sz="1400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𝑗</m:t>
                                                  </m:r>
                                                </m:e>
                                              </m:d>
                                            </m:sub>
                                            <m:sup/>
                                            <m:e>
                                              <m:r>
                                                <a:rPr lang="en-US" sz="14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𝐽</m:t>
                                              </m:r>
                                              <m:r>
                                                <a:rPr lang="en-US" sz="14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⋅</m:t>
                                              </m:r>
                                              <m:sSub>
                                                <m:sSubPr>
                                                  <m:ctrlPr>
                                                    <a:rPr lang="en-US" sz="1400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US" sz="1400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US" sz="1400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𝑖</m:t>
                                                  </m:r>
                                                  <m:r>
                                                    <a:rPr lang="en-US" sz="1400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,</m:t>
                                                  </m:r>
                                                  <m:r>
                                                    <a:rPr lang="en-US" sz="1400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𝑗</m:t>
                                                  </m:r>
                                                </m:sub>
                                              </m:sSub>
                                              <m:r>
                                                <a:rPr lang="en-US" sz="14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⋅</m:t>
                                              </m:r>
                                              <m:sSub>
                                                <m:sSubPr>
                                                  <m:ctrlPr>
                                                    <a:rPr lang="en-US" sz="1400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US" sz="1400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  <m:sub>
                                                  <m:sSup>
                                                    <m:sSupPr>
                                                      <m:ctrlPr>
                                                        <a:rPr lang="en-US" sz="1400" i="1">
                                                          <a:latin typeface="Cambria Math" panose="02040503050406030204" pitchFamily="18" charset="0"/>
                                                          <a:ea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r>
                                                        <a:rPr lang="en-US" sz="1400" i="1">
                                                          <a:latin typeface="Cambria Math" panose="02040503050406030204" pitchFamily="18" charset="0"/>
                                                          <a:ea typeface="Cambria Math" panose="02040503050406030204" pitchFamily="18" charset="0"/>
                                                        </a:rPr>
                                                        <m:t>𝑖</m:t>
                                                      </m:r>
                                                    </m:e>
                                                    <m:sup>
                                                      <m:r>
                                                        <a:rPr lang="en-US" sz="1400" i="1">
                                                          <a:latin typeface="Cambria Math" panose="02040503050406030204" pitchFamily="18" charset="0"/>
                                                          <a:ea typeface="Cambria Math" panose="02040503050406030204" pitchFamily="18" charset="0"/>
                                                        </a:rPr>
                                                        <m:t>′</m:t>
                                                      </m:r>
                                                    </m:sup>
                                                  </m:sSup>
                                                  <m:r>
                                                    <a:rPr lang="en-US" sz="1400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,</m:t>
                                                  </m:r>
                                                  <m:sSup>
                                                    <m:sSupPr>
                                                      <m:ctrlPr>
                                                        <a:rPr lang="en-US" sz="1400" i="1">
                                                          <a:latin typeface="Cambria Math" panose="02040503050406030204" pitchFamily="18" charset="0"/>
                                                          <a:ea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r>
                                                        <a:rPr lang="en-US" sz="1400" i="1">
                                                          <a:latin typeface="Cambria Math" panose="02040503050406030204" pitchFamily="18" charset="0"/>
                                                          <a:ea typeface="Cambria Math" panose="02040503050406030204" pitchFamily="18" charset="0"/>
                                                        </a:rPr>
                                                        <m:t>𝑗</m:t>
                                                      </m:r>
                                                    </m:e>
                                                    <m:sup>
                                                      <m:r>
                                                        <a:rPr lang="en-US" sz="1400" i="1">
                                                          <a:latin typeface="Cambria Math" panose="02040503050406030204" pitchFamily="18" charset="0"/>
                                                          <a:ea typeface="Cambria Math" panose="02040503050406030204" pitchFamily="18" charset="0"/>
                                                        </a:rPr>
                                                        <m:t>′</m:t>
                                                      </m:r>
                                                    </m:sup>
                                                  </m:sSup>
                                                </m:sub>
                                              </m:sSub>
                                            </m:e>
                                          </m:nary>
                                        </m:e>
                                      </m:d>
                                    </m:e>
                                  </m:nary>
                                </m:e>
                              </m:nary>
                            </m:e>
                          </m:d>
                        </m:e>
                      </m:func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4911A0F-AC0D-AF26-66B7-8E129EBCDF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836776" y="1839434"/>
                <a:ext cx="4966392" cy="785921"/>
              </a:xfrm>
              <a:prstGeom prst="rect">
                <a:avLst/>
              </a:prstGeom>
              <a:blipFill>
                <a:blip r:embed="rId4"/>
                <a:stretch>
                  <a:fillRect t="-76190" b="-1253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0118F87-8622-B882-9A31-C79A0224EEEF}"/>
              </a:ext>
            </a:extLst>
          </p:cNvPr>
          <p:cNvCxnSpPr>
            <a:cxnSpLocks/>
            <a:stCxn id="6" idx="1"/>
            <a:endCxn id="16" idx="2"/>
          </p:cNvCxnSpPr>
          <p:nvPr/>
        </p:nvCxnSpPr>
        <p:spPr bwMode="gray">
          <a:xfrm flipH="1" flipV="1">
            <a:off x="3910978" y="2338559"/>
            <a:ext cx="259914" cy="388791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513CD12-247D-533E-8D06-5DD6CF6EC08F}"/>
                  </a:ext>
                </a:extLst>
              </p:cNvPr>
              <p:cNvSpPr txBox="1"/>
              <p:nvPr/>
            </p:nvSpPr>
            <p:spPr bwMode="gray">
              <a:xfrm>
                <a:off x="4170892" y="2571750"/>
                <a:ext cx="2561348" cy="3111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:r>
                  <a:rPr lang="en-GB" sz="1000" dirty="0">
                    <a:solidFill>
                      <a:srgbClr val="C00000"/>
                    </a:solidFill>
                  </a:rPr>
                  <a:t>With zero coupling, </a:t>
                </a:r>
                <a14:m>
                  <m:oMath xmlns:m="http://schemas.openxmlformats.org/officeDocument/2006/math">
                    <m:r>
                      <a:rPr lang="en-US" sz="1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1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sz="1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func>
                      <m:funcPr>
                        <m:ctrlPr>
                          <a:rPr lang="en-US" sz="1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0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US" sz="1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sz="10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sz="1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  <m:d>
                                  <m:dPr>
                                    <m:ctrlPr>
                                      <a:rPr lang="en-US" sz="10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1000" i="1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000" i="1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1000" i="1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en-US" sz="1000" i="1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sz="1000" i="1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</m:sub>
                                    </m:sSub>
                                    <m:r>
                                      <a:rPr lang="en-US" sz="10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=+1</m:t>
                                    </m:r>
                                  </m:e>
                                </m:d>
                              </m:num>
                              <m:den>
                                <m:r>
                                  <a:rPr lang="en-US" sz="10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1−</m:t>
                                </m:r>
                                <m:r>
                                  <a:rPr lang="en-US" sz="1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  <m:d>
                                  <m:dPr>
                                    <m:ctrlPr>
                                      <a:rPr lang="en-US" sz="10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1000" i="1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000" i="1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1000" i="1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en-US" sz="1000" i="1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sz="1000" i="1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</m:sub>
                                    </m:sSub>
                                    <m:r>
                                      <a:rPr lang="en-US" sz="10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=+1</m:t>
                                    </m:r>
                                  </m:e>
                                </m:d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x-none" sz="1000" dirty="0" err="1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513CD12-247D-533E-8D06-5DD6CF6EC0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170892" y="2571750"/>
                <a:ext cx="2561348" cy="311199"/>
              </a:xfrm>
              <a:prstGeom prst="rect">
                <a:avLst/>
              </a:prstGeom>
              <a:blipFill>
                <a:blip r:embed="rId5"/>
                <a:stretch>
                  <a:fillRect l="-990" b="-1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3003585-D17A-1A03-1293-A67EC5C2AF35}"/>
              </a:ext>
            </a:extLst>
          </p:cNvPr>
          <p:cNvCxnSpPr>
            <a:cxnSpLocks/>
            <a:stCxn id="11" idx="1"/>
            <a:endCxn id="18" idx="0"/>
          </p:cNvCxnSpPr>
          <p:nvPr/>
        </p:nvCxnSpPr>
        <p:spPr bwMode="gray">
          <a:xfrm flipH="1">
            <a:off x="5357073" y="1753224"/>
            <a:ext cx="506614" cy="36835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0323045-D414-F2D6-6273-0E0DCB999F6E}"/>
              </a:ext>
            </a:extLst>
          </p:cNvPr>
          <p:cNvSpPr txBox="1"/>
          <p:nvPr/>
        </p:nvSpPr>
        <p:spPr bwMode="gray">
          <a:xfrm>
            <a:off x="5863687" y="1494484"/>
            <a:ext cx="1396506" cy="517480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GB" sz="1000" dirty="0">
                <a:solidFill>
                  <a:srgbClr val="C00000"/>
                </a:solidFill>
              </a:rPr>
              <a:t>Coupling strength that </a:t>
            </a:r>
            <a:br>
              <a:rPr lang="en-GB" sz="1000" dirty="0">
                <a:solidFill>
                  <a:srgbClr val="C00000"/>
                </a:solidFill>
              </a:rPr>
            </a:br>
            <a:r>
              <a:rPr lang="en-GB" sz="1000" dirty="0">
                <a:solidFill>
                  <a:srgbClr val="C00000"/>
                </a:solidFill>
              </a:rPr>
              <a:t>a pixel has the same </a:t>
            </a:r>
            <a:br>
              <a:rPr lang="en-GB" sz="1000" dirty="0">
                <a:solidFill>
                  <a:srgbClr val="C00000"/>
                </a:solidFill>
              </a:rPr>
            </a:br>
            <a:r>
              <a:rPr lang="en-GB" sz="1000" dirty="0">
                <a:solidFill>
                  <a:srgbClr val="C00000"/>
                </a:solidFill>
              </a:rPr>
              <a:t>label as its neighbours</a:t>
            </a:r>
            <a:endParaRPr lang="x-none" sz="1000" dirty="0" err="1">
              <a:solidFill>
                <a:srgbClr val="C00000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B472FECE-4FC5-B1D0-5951-98C5F9C27623}"/>
              </a:ext>
            </a:extLst>
          </p:cNvPr>
          <p:cNvSpPr/>
          <p:nvPr/>
        </p:nvSpPr>
        <p:spPr bwMode="gray">
          <a:xfrm>
            <a:off x="3838970" y="2121573"/>
            <a:ext cx="144016" cy="216986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x-none" sz="1200" b="1" dirty="0" err="1">
              <a:solidFill>
                <a:schemeClr val="bg1"/>
              </a:solidFill>
            </a:endParaRP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79F057A4-6334-5909-296E-26ADF2254893}"/>
              </a:ext>
            </a:extLst>
          </p:cNvPr>
          <p:cNvSpPr/>
          <p:nvPr/>
        </p:nvSpPr>
        <p:spPr bwMode="gray">
          <a:xfrm>
            <a:off x="5285065" y="2121574"/>
            <a:ext cx="144016" cy="212592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x-non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081BD622-3BAC-6699-8F22-7A8AEE4F46A0}"/>
                  </a:ext>
                </a:extLst>
              </p:cNvPr>
              <p:cNvSpPr>
                <a:spLocks noChangeAspect="1"/>
              </p:cNvSpPr>
              <p:nvPr/>
            </p:nvSpPr>
            <p:spPr bwMode="gray">
              <a:xfrm>
                <a:off x="8161068" y="1315624"/>
                <a:ext cx="342000" cy="34200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en-US" sz="800" dirty="0" err="1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081BD622-3BAC-6699-8F22-7A8AEE4F46A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161068" y="1315624"/>
                <a:ext cx="342000" cy="3420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952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EACEFEAE-DFF6-4602-AFCA-912319330503}"/>
                  </a:ext>
                </a:extLst>
              </p:cNvPr>
              <p:cNvSpPr>
                <a:spLocks noChangeAspect="1"/>
              </p:cNvSpPr>
              <p:nvPr/>
            </p:nvSpPr>
            <p:spPr bwMode="gray">
              <a:xfrm>
                <a:off x="8161068" y="1656602"/>
                <a:ext cx="342000" cy="34200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sz="800" dirty="0" err="1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EACEFEAE-DFF6-4602-AFCA-91231933050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161068" y="1656602"/>
                <a:ext cx="342000" cy="34200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952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F88E8DB7-CB8B-F809-A44F-29A88ABDE2BA}"/>
                  </a:ext>
                </a:extLst>
              </p:cNvPr>
              <p:cNvSpPr>
                <a:spLocks noChangeAspect="1"/>
              </p:cNvSpPr>
              <p:nvPr/>
            </p:nvSpPr>
            <p:spPr bwMode="gray">
              <a:xfrm>
                <a:off x="8503068" y="1656602"/>
                <a:ext cx="342000" cy="34200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+1,</m:t>
                          </m:r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sz="800" dirty="0" err="1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F88E8DB7-CB8B-F809-A44F-29A88ABDE2B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503068" y="1656602"/>
                <a:ext cx="342000" cy="34200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952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B45BA6A0-B84E-54D6-DEA3-EF2642D195AD}"/>
                  </a:ext>
                </a:extLst>
              </p:cNvPr>
              <p:cNvSpPr>
                <a:spLocks noChangeAspect="1"/>
              </p:cNvSpPr>
              <p:nvPr/>
            </p:nvSpPr>
            <p:spPr bwMode="gray">
              <a:xfrm>
                <a:off x="8161068" y="1998602"/>
                <a:ext cx="342000" cy="34200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en-US" sz="800" dirty="0" err="1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B45BA6A0-B84E-54D6-DEA3-EF2642D195A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161068" y="1998602"/>
                <a:ext cx="342000" cy="34200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 w="952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99CAB2CF-8A60-DC36-3EEF-0272EBA0D164}"/>
                  </a:ext>
                </a:extLst>
              </p:cNvPr>
              <p:cNvSpPr>
                <a:spLocks noChangeAspect="1"/>
              </p:cNvSpPr>
              <p:nvPr/>
            </p:nvSpPr>
            <p:spPr bwMode="gray">
              <a:xfrm>
                <a:off x="7819068" y="1656602"/>
                <a:ext cx="342000" cy="34200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−1,</m:t>
                          </m:r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sz="800" dirty="0" err="1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99CAB2CF-8A60-DC36-3EEF-0272EBA0D16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819068" y="1656602"/>
                <a:ext cx="342000" cy="34200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952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2" name="Picture 31" descr="A black and white square with small dots&#10;&#10;AI-generated content may be incorrect.">
            <a:extLst>
              <a:ext uri="{FF2B5EF4-FFF2-40B4-BE49-F238E27FC236}">
                <a16:creationId xmlns:a16="http://schemas.microsoft.com/office/drawing/2014/main" id="{17EC0C94-E615-49A6-E3F0-396AF1FB4337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211265"/>
            <a:ext cx="2711928" cy="1807952"/>
          </a:xfrm>
          <a:prstGeom prst="rect">
            <a:avLst/>
          </a:prstGeom>
        </p:spPr>
      </p:pic>
      <p:pic>
        <p:nvPicPr>
          <p:cNvPr id="34" name="Picture 33" descr="A black and white speckled background&#10;&#10;AI-generated content may be incorrect.">
            <a:extLst>
              <a:ext uri="{FF2B5EF4-FFF2-40B4-BE49-F238E27FC236}">
                <a16:creationId xmlns:a16="http://schemas.microsoft.com/office/drawing/2014/main" id="{AEFB7E31-6CB3-1738-7FCA-A2AA9774697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3184" y="3216878"/>
            <a:ext cx="2711928" cy="1807952"/>
          </a:xfrm>
          <a:prstGeom prst="rect">
            <a:avLst/>
          </a:prstGeom>
        </p:spPr>
      </p:pic>
      <p:pic>
        <p:nvPicPr>
          <p:cNvPr id="36" name="Picture 35" descr="A black and white cow pattern&#10;&#10;AI-generated content may be incorrect.">
            <a:extLst>
              <a:ext uri="{FF2B5EF4-FFF2-40B4-BE49-F238E27FC236}">
                <a16:creationId xmlns:a16="http://schemas.microsoft.com/office/drawing/2014/main" id="{6C20710A-E5C4-68EE-6432-4C643585E1A2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6336" y="3211265"/>
            <a:ext cx="2711928" cy="1807952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A271B616-9BD2-4202-E475-BFEE02FE3D0D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088336" y="2542806"/>
            <a:ext cx="2020168" cy="1705817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6B32BFD-0520-D603-87AA-212F60F9F8D1}"/>
                  </a:ext>
                </a:extLst>
              </p:cNvPr>
              <p:cNvSpPr txBox="1"/>
              <p:nvPr/>
            </p:nvSpPr>
            <p:spPr bwMode="gray">
              <a:xfrm>
                <a:off x="914976" y="3003798"/>
                <a:ext cx="881976" cy="21602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00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en-GB" sz="100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=0, </m:t>
                      </m:r>
                      <m:r>
                        <a:rPr lang="en-US" sz="1000" b="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sz="1000" b="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dirty="0"/>
              </a:p>
            </p:txBody>
          </p:sp>
        </mc:Choice>
        <mc:Fallback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6B32BFD-0520-D603-87AA-212F60F9F8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914976" y="3003798"/>
                <a:ext cx="881976" cy="216024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44F3AA7-FC36-45E9-F424-719F9706DEA6}"/>
                  </a:ext>
                </a:extLst>
              </p:cNvPr>
              <p:cNvSpPr txBox="1"/>
              <p:nvPr/>
            </p:nvSpPr>
            <p:spPr bwMode="gray">
              <a:xfrm>
                <a:off x="3284061" y="3003798"/>
                <a:ext cx="970174" cy="21602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00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en-GB" sz="100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=0.5, </m:t>
                      </m:r>
                      <m:r>
                        <a:rPr lang="en-US" sz="1000" b="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sz="1000" b="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dirty="0"/>
              </a:p>
            </p:txBody>
          </p:sp>
        </mc:Choice>
        <mc:Fallback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44F3AA7-FC36-45E9-F424-719F9706DE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284061" y="3003798"/>
                <a:ext cx="970174" cy="216024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6D4A5B3A-2712-F6FE-E8DC-39FCFA9092A9}"/>
                  </a:ext>
                </a:extLst>
              </p:cNvPr>
              <p:cNvSpPr txBox="1"/>
              <p:nvPr/>
            </p:nvSpPr>
            <p:spPr bwMode="gray">
              <a:xfrm>
                <a:off x="5681312" y="3003798"/>
                <a:ext cx="881976" cy="21602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00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en-GB" sz="100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=1.0,</m:t>
                      </m:r>
                      <m:r>
                        <a:rPr lang="en-US" sz="1000" b="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sz="1000" b="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dirty="0"/>
              </a:p>
            </p:txBody>
          </p:sp>
        </mc:Choice>
        <mc:Fallback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6D4A5B3A-2712-F6FE-E8DC-39FCFA9092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681312" y="3003798"/>
                <a:ext cx="881976" cy="216024"/>
              </a:xfrm>
              <a:prstGeom prst="rect">
                <a:avLst/>
              </a:prstGeom>
              <a:blipFill>
                <a:blip r:embed="rId17"/>
                <a:stretch>
                  <a:fillRect l="-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68432208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4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0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5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8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6" grpId="0"/>
      <p:bldP spid="11" grpId="0"/>
      <p:bldP spid="16" grpId="0" animBg="1"/>
      <p:bldP spid="18" grpId="0" animBg="1"/>
      <p:bldP spid="21" grpId="0" animBg="1"/>
      <p:bldP spid="25" grpId="0" animBg="1"/>
      <p:bldP spid="26" grpId="0" animBg="1"/>
      <p:bldP spid="27" grpId="0" animBg="1"/>
      <p:bldP spid="28" grpId="0" animBg="1"/>
      <p:bldP spid="40" grpId="0"/>
      <p:bldP spid="41" grpId="0"/>
      <p:bldP spid="42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>
          <a:prstGeom prst="rect">
            <a:avLst/>
          </a:prstGeom>
        </p:spPr>
        <p:txBody>
          <a:bodyPr/>
          <a:lstStyle/>
          <a:p>
            <a:pPr marL="342900" indent="-342900"/>
            <a:r>
              <a:rPr lang="en-US" altLang="x-none" b="1" dirty="0"/>
              <a:t>Graphical Models</a:t>
            </a:r>
          </a:p>
          <a:p>
            <a:pPr marL="614125" lvl="1" indent="-342900"/>
            <a:r>
              <a:rPr lang="en-US" altLang="x-none" sz="1200" dirty="0"/>
              <a:t>Simple way to visualize the product structure of a joint probability distribution</a:t>
            </a:r>
          </a:p>
          <a:p>
            <a:pPr marL="614125" lvl="1" indent="-342900"/>
            <a:r>
              <a:rPr lang="en-US" altLang="x-none" sz="1200" dirty="0"/>
              <a:t>Useful for modelling real-life data generating processes </a:t>
            </a:r>
          </a:p>
          <a:p>
            <a:pPr marL="614125" lvl="1" indent="-342900"/>
            <a:r>
              <a:rPr lang="en-US" altLang="x-none" sz="1200" dirty="0"/>
              <a:t>Allows to test for conditional independence</a:t>
            </a:r>
            <a:endParaRPr lang="en-US" altLang="x-none" dirty="0"/>
          </a:p>
          <a:p>
            <a:pPr marL="342900" indent="-342900"/>
            <a:r>
              <a:rPr lang="en-US" altLang="x-none" b="1" dirty="0"/>
              <a:t>Bayesian Networks </a:t>
            </a:r>
          </a:p>
          <a:p>
            <a:pPr marL="614125" lvl="1" indent="-342900"/>
            <a:r>
              <a:rPr lang="en-US" altLang="x-none" sz="1200" dirty="0"/>
              <a:t>A directed acyclic graph where each edge points from a conditioning to a conditioned variable in the model (often easier to formulate for experts)</a:t>
            </a:r>
          </a:p>
          <a:p>
            <a:pPr marL="614125" lvl="1" indent="-342900"/>
            <a:r>
              <a:rPr lang="en-US" altLang="x-none" sz="1200" dirty="0"/>
              <a:t>A generative model of the data that can be easily sampled from (ancestral sampling)</a:t>
            </a:r>
            <a:endParaRPr lang="en-US" altLang="x-none" dirty="0"/>
          </a:p>
          <a:p>
            <a:pPr marL="614125" lvl="1" indent="-342900"/>
            <a:r>
              <a:rPr lang="en-US" altLang="x-none" sz="1200" dirty="0"/>
              <a:t>d-separation is a set of simple rules (”blocking”) to read off conditional independence</a:t>
            </a:r>
          </a:p>
          <a:p>
            <a:pPr marL="342900" indent="-342900"/>
            <a:r>
              <a:rPr lang="en-US" altLang="x-none" b="1" dirty="0"/>
              <a:t>Markov Random Field </a:t>
            </a:r>
          </a:p>
          <a:p>
            <a:pPr marL="614125" lvl="1" indent="-342900"/>
            <a:r>
              <a:rPr lang="en-US" altLang="x-none" sz="1200" dirty="0"/>
              <a:t>An undirected graph where the probability is proportional to a product of positive potential functions over all cliques</a:t>
            </a:r>
          </a:p>
          <a:p>
            <a:pPr marL="614125" lvl="1" indent="-342900"/>
            <a:r>
              <a:rPr lang="en-US" altLang="x-none" sz="1200" dirty="0"/>
              <a:t>A generative model of the data that can be easily sampled from (Gibbs sampling)</a:t>
            </a:r>
            <a:endParaRPr lang="en-US" altLang="x-none" dirty="0"/>
          </a:p>
          <a:p>
            <a:pPr marL="614125" lvl="1" indent="-342900"/>
            <a:r>
              <a:rPr lang="en-US" altLang="x-none" sz="1200" dirty="0"/>
              <a:t>Connectivity is the graph property to read off conditional independence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15961335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7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2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7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2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295A78-AF1F-9919-6BD3-B514AC01C64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See you next week!</a:t>
            </a:r>
          </a:p>
        </p:txBody>
      </p:sp>
    </p:spTree>
    <p:extLst>
      <p:ext uri="{BB962C8B-B14F-4D97-AF65-F5344CB8AC3E}">
        <p14:creationId xmlns:p14="http://schemas.microsoft.com/office/powerpoint/2010/main" val="22541996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RESOURCE_PATHS_HASH_2" val="97527d9a80d1c254cf63ecdbcf5c3445e7cf98d"/>
  <p:tag name="ISPRING_RESOURCE_PATHS_HASH_PRESENTER" val="4e1bfdeb97ccc69d6713ba8104020d1f1a3d866"/>
</p:tagLst>
</file>

<file path=ppt/theme/theme1.xml><?xml version="1.0" encoding="utf-8"?>
<a:theme xmlns:a="http://schemas.openxmlformats.org/drawingml/2006/main" name="TEMPLATE DEF Faculty v2022">
  <a:themeElements>
    <a:clrScheme name="HPI">
      <a:dk1>
        <a:srgbClr val="323232"/>
      </a:dk1>
      <a:lt1>
        <a:sysClr val="window" lastClr="FFFFFF"/>
      </a:lt1>
      <a:dk2>
        <a:srgbClr val="969696"/>
      </a:dk2>
      <a:lt2>
        <a:srgbClr val="5A6166"/>
      </a:lt2>
      <a:accent1>
        <a:srgbClr val="B1063A"/>
      </a:accent1>
      <a:accent2>
        <a:srgbClr val="DD640C"/>
      </a:accent2>
      <a:accent3>
        <a:srgbClr val="F6A800"/>
      </a:accent3>
      <a:accent4>
        <a:srgbClr val="007A9E"/>
      </a:accent4>
      <a:accent5>
        <a:srgbClr val="B4B4B4"/>
      </a:accent5>
      <a:accent6>
        <a:srgbClr val="DCDCDC"/>
      </a:accent6>
      <a:hlink>
        <a:srgbClr val="B1063A"/>
      </a:hlink>
      <a:folHlink>
        <a:srgbClr val="B1063A"/>
      </a:folHlink>
    </a:clrScheme>
    <a:fontScheme name="Test">
      <a:majorFont>
        <a:latin typeface="Open Sans"/>
        <a:ea typeface=""/>
        <a:cs typeface=""/>
      </a:majorFont>
      <a:minorFont>
        <a:latin typeface="Open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ln>
          <a:noFill/>
        </a:ln>
      </a:spPr>
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300"/>
          </a:spcBef>
          <a:spcAft>
            <a:spcPts val="300"/>
          </a:spcAft>
          <a:defRPr sz="1200" b="1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182563" indent="-182563">
          <a:spcBef>
            <a:spcPts val="300"/>
          </a:spcBef>
          <a:spcAft>
            <a:spcPts val="300"/>
          </a:spcAft>
          <a:buClr>
            <a:schemeClr val="accent1"/>
          </a:buClr>
          <a:buSzPct val="90000"/>
          <a:buFont typeface="Arial" panose="020B0604020202020204" pitchFamily="34" charset="0"/>
          <a:buChar char="■"/>
          <a:defRPr sz="12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6" id="{6FB9D42F-8EB8-CB48-9592-79FD87A1DA1C}" vid="{A31A4D81-7FD5-5F41-984E-52906FC1C983}"/>
    </a:ext>
  </a:extLst>
</a:theme>
</file>

<file path=ppt/theme/theme2.xml><?xml version="1.0" encoding="utf-8"?>
<a:theme xmlns:a="http://schemas.openxmlformats.org/drawingml/2006/main" name="Office Theme">
  <a:themeElements>
    <a:clrScheme name="HPI">
      <a:dk1>
        <a:srgbClr val="323232"/>
      </a:dk1>
      <a:lt1>
        <a:sysClr val="window" lastClr="FFFFFF"/>
      </a:lt1>
      <a:dk2>
        <a:srgbClr val="969696"/>
      </a:dk2>
      <a:lt2>
        <a:srgbClr val="5A6166"/>
      </a:lt2>
      <a:accent1>
        <a:srgbClr val="B1063A"/>
      </a:accent1>
      <a:accent2>
        <a:srgbClr val="DD640C"/>
      </a:accent2>
      <a:accent3>
        <a:srgbClr val="F6A800"/>
      </a:accent3>
      <a:accent4>
        <a:srgbClr val="007A9E"/>
      </a:accent4>
      <a:accent5>
        <a:srgbClr val="B4B4B4"/>
      </a:accent5>
      <a:accent6>
        <a:srgbClr val="DCDCDC"/>
      </a:accent6>
      <a:hlink>
        <a:srgbClr val="B1063A"/>
      </a:hlink>
      <a:folHlink>
        <a:srgbClr val="B1063A"/>
      </a:folHlink>
    </a:clrScheme>
    <a:fontScheme name="HPI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ln>
          <a:noFill/>
        </a:ln>
      </a:spPr>
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300"/>
          </a:spcBef>
          <a:spcAft>
            <a:spcPts val="300"/>
          </a:spcAft>
          <a:defRPr sz="1200" b="1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182563" indent="-182563">
          <a:spcBef>
            <a:spcPts val="200"/>
          </a:spcBef>
          <a:spcAft>
            <a:spcPts val="200"/>
          </a:spcAft>
          <a:buClr>
            <a:schemeClr val="accent1"/>
          </a:buClr>
          <a:buSzPct val="90000"/>
          <a:buFont typeface="Arial" panose="020B0604020202020204" pitchFamily="34" charset="0"/>
          <a:buChar char="■"/>
          <a:defRPr sz="1050" dirty="0" err="1" smtClean="0"/>
        </a:defPPr>
      </a:lstStyle>
    </a:tx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HPI">
      <a:dk1>
        <a:srgbClr val="323232"/>
      </a:dk1>
      <a:lt1>
        <a:sysClr val="window" lastClr="FFFFFF"/>
      </a:lt1>
      <a:dk2>
        <a:srgbClr val="969696"/>
      </a:dk2>
      <a:lt2>
        <a:srgbClr val="5A6166"/>
      </a:lt2>
      <a:accent1>
        <a:srgbClr val="B1063A"/>
      </a:accent1>
      <a:accent2>
        <a:srgbClr val="DD640C"/>
      </a:accent2>
      <a:accent3>
        <a:srgbClr val="F6A800"/>
      </a:accent3>
      <a:accent4>
        <a:srgbClr val="007A9E"/>
      </a:accent4>
      <a:accent5>
        <a:srgbClr val="B4B4B4"/>
      </a:accent5>
      <a:accent6>
        <a:srgbClr val="DCDCDC"/>
      </a:accent6>
      <a:hlink>
        <a:srgbClr val="B1063A"/>
      </a:hlink>
      <a:folHlink>
        <a:srgbClr val="B1063A"/>
      </a:folHlink>
    </a:clrScheme>
    <a:fontScheme name="HPI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ln>
          <a:noFill/>
        </a:ln>
      </a:spPr>
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300"/>
          </a:spcBef>
          <a:spcAft>
            <a:spcPts val="300"/>
          </a:spcAft>
          <a:defRPr sz="1200" b="1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182563" indent="-182563">
          <a:spcBef>
            <a:spcPts val="200"/>
          </a:spcBef>
          <a:spcAft>
            <a:spcPts val="200"/>
          </a:spcAft>
          <a:buClr>
            <a:schemeClr val="accent1"/>
          </a:buClr>
          <a:buSzPct val="90000"/>
          <a:buFont typeface="Arial" panose="020B0604020202020204" pitchFamily="34" charset="0"/>
          <a:buChar char="■"/>
          <a:defRPr sz="1050" dirty="0" smtClean="0"/>
        </a:defPPr>
      </a:lst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TEMPLATE DEF Faculty v2022</Template>
  <TotalTime>2434</TotalTime>
  <Words>2492</Words>
  <Application>Microsoft Macintosh PowerPoint</Application>
  <PresentationFormat>On-screen Show (16:9)</PresentationFormat>
  <Paragraphs>723</Paragraphs>
  <Slides>25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0" baseType="lpstr">
      <vt:lpstr>Arial</vt:lpstr>
      <vt:lpstr>Cambria Math</vt:lpstr>
      <vt:lpstr>Open Sans</vt:lpstr>
      <vt:lpstr>Verdana</vt:lpstr>
      <vt:lpstr>TEMPLATE DEF Faculty v2022</vt:lpstr>
      <vt:lpstr>Advanced Probabilistic Machine Learning</vt:lpstr>
      <vt:lpstr>Overview</vt:lpstr>
      <vt:lpstr>Overview</vt:lpstr>
      <vt:lpstr>Graphical Models</vt:lpstr>
      <vt:lpstr>Graphical Models</vt:lpstr>
      <vt:lpstr>Conditional Independence</vt:lpstr>
      <vt:lpstr>Overview</vt:lpstr>
      <vt:lpstr>Bayesian Networks</vt:lpstr>
      <vt:lpstr>Bayesian Network Models</vt:lpstr>
      <vt:lpstr>Representation Complexity</vt:lpstr>
      <vt:lpstr>Sampling a Bayesian Network</vt:lpstr>
      <vt:lpstr>Sampling a Bayesian Network: Example</vt:lpstr>
      <vt:lpstr>Sampling a Bayesian Network: Example (ctd)</vt:lpstr>
      <vt:lpstr>Conditional Independence: Warm-Up I</vt:lpstr>
      <vt:lpstr>Conditional Independence: Warm-Up II</vt:lpstr>
      <vt:lpstr>Conditional Independence: d-separation</vt:lpstr>
      <vt:lpstr>Conditional Independence: Skill Example</vt:lpstr>
      <vt:lpstr>Overview</vt:lpstr>
      <vt:lpstr>Conditional Independence Revisited</vt:lpstr>
      <vt:lpstr>Hammersley-Clifford Theorem</vt:lpstr>
      <vt:lpstr>Proof of the Hammersley-Clifford Theorem </vt:lpstr>
      <vt:lpstr>Sampling an Undirected Graphical Model</vt:lpstr>
      <vt:lpstr>Sampling an Undirected Graphical Model</vt:lpstr>
      <vt:lpstr>Summary</vt:lpstr>
      <vt:lpstr>See you next week!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Programmiertechnik I</dc:title>
  <dc:creator>Ralf Herbrich</dc:creator>
  <cp:lastModifiedBy>Herbrich, Ralf</cp:lastModifiedBy>
  <cp:revision>168</cp:revision>
  <cp:lastPrinted>2025-04-06T11:17:38Z</cp:lastPrinted>
  <dcterms:created xsi:type="dcterms:W3CDTF">2022-08-10T08:10:37Z</dcterms:created>
  <dcterms:modified xsi:type="dcterms:W3CDTF">2025-10-20T14:15:11Z</dcterms:modified>
</cp:coreProperties>
</file>